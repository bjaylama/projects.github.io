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4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4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7.sv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39.svg"/><Relationship Id="rId4" Type="http://schemas.openxmlformats.org/officeDocument/2006/relationships/image" Target="../media/image29.svg"/><Relationship Id="rId9" Type="http://schemas.openxmlformats.org/officeDocument/2006/relationships/image" Target="../media/image38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1.svg"/><Relationship Id="rId16" Type="http://schemas.openxmlformats.org/officeDocument/2006/relationships/image" Target="../media/image35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4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4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37.svg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39.svg"/><Relationship Id="rId4" Type="http://schemas.openxmlformats.org/officeDocument/2006/relationships/image" Target="../media/image29.svg"/><Relationship Id="rId9" Type="http://schemas.openxmlformats.org/officeDocument/2006/relationships/image" Target="../media/image38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6B652A-7827-455A-8654-E1A1E1C3FA5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32A1D9D-93E9-4BB9-9187-B61C0BFD5462}">
      <dgm:prSet/>
      <dgm:spPr/>
      <dgm:t>
        <a:bodyPr/>
        <a:lstStyle/>
        <a:p>
          <a:r>
            <a:rPr lang="en-GB"/>
            <a:t>Introduction</a:t>
          </a:r>
          <a:endParaRPr lang="en-US"/>
        </a:p>
      </dgm:t>
    </dgm:pt>
    <dgm:pt modelId="{019B3CD0-9732-4A50-B5E8-61B06F6C3DDD}" type="parTrans" cxnId="{9E578241-D84F-47B4-BF7D-E7B12252858A}">
      <dgm:prSet/>
      <dgm:spPr/>
      <dgm:t>
        <a:bodyPr/>
        <a:lstStyle/>
        <a:p>
          <a:endParaRPr lang="en-US"/>
        </a:p>
      </dgm:t>
    </dgm:pt>
    <dgm:pt modelId="{DAA23595-4279-4F13-B267-13CDDCA21AAA}" type="sibTrans" cxnId="{9E578241-D84F-47B4-BF7D-E7B12252858A}">
      <dgm:prSet/>
      <dgm:spPr/>
      <dgm:t>
        <a:bodyPr/>
        <a:lstStyle/>
        <a:p>
          <a:endParaRPr lang="en-US"/>
        </a:p>
      </dgm:t>
    </dgm:pt>
    <dgm:pt modelId="{3B0D3857-5E64-4E43-BEC4-71FACC37E8D6}">
      <dgm:prSet/>
      <dgm:spPr/>
      <dgm:t>
        <a:bodyPr/>
        <a:lstStyle/>
        <a:p>
          <a:r>
            <a:rPr lang="en-GB"/>
            <a:t>Advantages</a:t>
          </a:r>
          <a:endParaRPr lang="en-US"/>
        </a:p>
      </dgm:t>
    </dgm:pt>
    <dgm:pt modelId="{FDE0D5D5-1B51-408C-AE71-F23350763218}" type="parTrans" cxnId="{11143B58-F97B-4651-AAB4-03834F23CA1A}">
      <dgm:prSet/>
      <dgm:spPr/>
      <dgm:t>
        <a:bodyPr/>
        <a:lstStyle/>
        <a:p>
          <a:endParaRPr lang="en-US"/>
        </a:p>
      </dgm:t>
    </dgm:pt>
    <dgm:pt modelId="{E6C33A00-EAB7-4C53-860D-23998176B907}" type="sibTrans" cxnId="{11143B58-F97B-4651-AAB4-03834F23CA1A}">
      <dgm:prSet/>
      <dgm:spPr/>
      <dgm:t>
        <a:bodyPr/>
        <a:lstStyle/>
        <a:p>
          <a:endParaRPr lang="en-US"/>
        </a:p>
      </dgm:t>
    </dgm:pt>
    <dgm:pt modelId="{0E559AD0-F6F0-46F1-8CF0-75613689E0FE}">
      <dgm:prSet/>
      <dgm:spPr/>
      <dgm:t>
        <a:bodyPr/>
        <a:lstStyle/>
        <a:p>
          <a:r>
            <a:rPr lang="en-GB"/>
            <a:t>Use Cases</a:t>
          </a:r>
          <a:endParaRPr lang="en-US"/>
        </a:p>
      </dgm:t>
    </dgm:pt>
    <dgm:pt modelId="{37E99510-6C63-4AA0-9248-8318FC98138C}" type="parTrans" cxnId="{BE0D21B3-9C53-4941-BCF9-C36964EB8160}">
      <dgm:prSet/>
      <dgm:spPr/>
      <dgm:t>
        <a:bodyPr/>
        <a:lstStyle/>
        <a:p>
          <a:endParaRPr lang="en-US"/>
        </a:p>
      </dgm:t>
    </dgm:pt>
    <dgm:pt modelId="{0F9A59FE-0E55-4903-9BBA-7DFA64C00E8D}" type="sibTrans" cxnId="{BE0D21B3-9C53-4941-BCF9-C36964EB8160}">
      <dgm:prSet/>
      <dgm:spPr/>
      <dgm:t>
        <a:bodyPr/>
        <a:lstStyle/>
        <a:p>
          <a:endParaRPr lang="en-US"/>
        </a:p>
      </dgm:t>
    </dgm:pt>
    <dgm:pt modelId="{7CA97F0B-E0CD-4612-A5A7-408F55C2AD36}">
      <dgm:prSet/>
      <dgm:spPr/>
      <dgm:t>
        <a:bodyPr/>
        <a:lstStyle/>
        <a:p>
          <a:r>
            <a:rPr lang="en-GB"/>
            <a:t>Barriers</a:t>
          </a:r>
          <a:endParaRPr lang="en-US"/>
        </a:p>
      </dgm:t>
    </dgm:pt>
    <dgm:pt modelId="{80754F3A-30AE-4B4D-9F4F-89A0A192C4CE}" type="parTrans" cxnId="{3F1D0743-602E-48AE-BA38-46DD4A74B9C5}">
      <dgm:prSet/>
      <dgm:spPr/>
      <dgm:t>
        <a:bodyPr/>
        <a:lstStyle/>
        <a:p>
          <a:endParaRPr lang="en-US"/>
        </a:p>
      </dgm:t>
    </dgm:pt>
    <dgm:pt modelId="{0D620207-7683-4F1B-BC1A-74A42DDB03DC}" type="sibTrans" cxnId="{3F1D0743-602E-48AE-BA38-46DD4A74B9C5}">
      <dgm:prSet/>
      <dgm:spPr/>
      <dgm:t>
        <a:bodyPr/>
        <a:lstStyle/>
        <a:p>
          <a:endParaRPr lang="en-US"/>
        </a:p>
      </dgm:t>
    </dgm:pt>
    <dgm:pt modelId="{AAA4F55A-B0C8-4993-BE7C-4C25117E0942}">
      <dgm:prSet/>
      <dgm:spPr/>
      <dgm:t>
        <a:bodyPr/>
        <a:lstStyle/>
        <a:p>
          <a:r>
            <a:rPr lang="en-GB"/>
            <a:t>Future Work</a:t>
          </a:r>
          <a:endParaRPr lang="en-US"/>
        </a:p>
      </dgm:t>
    </dgm:pt>
    <dgm:pt modelId="{4144A01B-0F12-4E9A-AE24-56B349592A5D}" type="parTrans" cxnId="{01C8CB2D-8714-4EBF-92CD-51CF5ED001CF}">
      <dgm:prSet/>
      <dgm:spPr/>
      <dgm:t>
        <a:bodyPr/>
        <a:lstStyle/>
        <a:p>
          <a:endParaRPr lang="en-US"/>
        </a:p>
      </dgm:t>
    </dgm:pt>
    <dgm:pt modelId="{C51FB8E4-914D-48E1-8601-1E7381A78835}" type="sibTrans" cxnId="{01C8CB2D-8714-4EBF-92CD-51CF5ED001CF}">
      <dgm:prSet/>
      <dgm:spPr/>
      <dgm:t>
        <a:bodyPr/>
        <a:lstStyle/>
        <a:p>
          <a:endParaRPr lang="en-US"/>
        </a:p>
      </dgm:t>
    </dgm:pt>
    <dgm:pt modelId="{66C998D9-46D7-4862-8121-F927E03F5553}">
      <dgm:prSet/>
      <dgm:spPr/>
      <dgm:t>
        <a:bodyPr/>
        <a:lstStyle/>
        <a:p>
          <a:r>
            <a:rPr lang="en-GB"/>
            <a:t>Conclusion</a:t>
          </a:r>
          <a:endParaRPr lang="en-US"/>
        </a:p>
      </dgm:t>
    </dgm:pt>
    <dgm:pt modelId="{2B3C72E0-4FF0-4D9B-B42D-40033C23A37D}" type="parTrans" cxnId="{87B14F45-7E93-491D-A94E-9EEC790C7FBF}">
      <dgm:prSet/>
      <dgm:spPr/>
      <dgm:t>
        <a:bodyPr/>
        <a:lstStyle/>
        <a:p>
          <a:endParaRPr lang="en-US"/>
        </a:p>
      </dgm:t>
    </dgm:pt>
    <dgm:pt modelId="{EEFBD3FD-9074-4DBE-9E47-D1A2A2CCD1BC}" type="sibTrans" cxnId="{87B14F45-7E93-491D-A94E-9EEC790C7FBF}">
      <dgm:prSet/>
      <dgm:spPr/>
      <dgm:t>
        <a:bodyPr/>
        <a:lstStyle/>
        <a:p>
          <a:endParaRPr lang="en-US"/>
        </a:p>
      </dgm:t>
    </dgm:pt>
    <dgm:pt modelId="{D96224DB-4462-4F81-90F1-900538A4B259}" type="pres">
      <dgm:prSet presAssocID="{766B652A-7827-455A-8654-E1A1E1C3FA57}" presName="root" presStyleCnt="0">
        <dgm:presLayoutVars>
          <dgm:dir/>
          <dgm:resizeHandles val="exact"/>
        </dgm:presLayoutVars>
      </dgm:prSet>
      <dgm:spPr/>
    </dgm:pt>
    <dgm:pt modelId="{70DE9EE3-83A2-48AE-A0AC-A6841DD321C0}" type="pres">
      <dgm:prSet presAssocID="{766B652A-7827-455A-8654-E1A1E1C3FA57}" presName="container" presStyleCnt="0">
        <dgm:presLayoutVars>
          <dgm:dir/>
          <dgm:resizeHandles val="exact"/>
        </dgm:presLayoutVars>
      </dgm:prSet>
      <dgm:spPr/>
    </dgm:pt>
    <dgm:pt modelId="{68E5D2DE-8E52-4C38-8751-FE81F6C58494}" type="pres">
      <dgm:prSet presAssocID="{132A1D9D-93E9-4BB9-9187-B61C0BFD5462}" presName="compNode" presStyleCnt="0"/>
      <dgm:spPr/>
    </dgm:pt>
    <dgm:pt modelId="{31EFD068-248C-46E1-8D8A-90A8840B5D2F}" type="pres">
      <dgm:prSet presAssocID="{132A1D9D-93E9-4BB9-9187-B61C0BFD5462}" presName="iconBgRect" presStyleLbl="bgShp" presStyleIdx="0" presStyleCnt="6"/>
      <dgm:spPr/>
    </dgm:pt>
    <dgm:pt modelId="{49F7714A-88BB-44E2-83DA-99F344027B6D}" type="pres">
      <dgm:prSet presAssocID="{132A1D9D-93E9-4BB9-9187-B61C0BFD546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21B22069-4C0A-455B-882A-FF25DCC91FB5}" type="pres">
      <dgm:prSet presAssocID="{132A1D9D-93E9-4BB9-9187-B61C0BFD5462}" presName="spaceRect" presStyleCnt="0"/>
      <dgm:spPr/>
    </dgm:pt>
    <dgm:pt modelId="{E678B833-7629-48A7-949E-4C9D79024515}" type="pres">
      <dgm:prSet presAssocID="{132A1D9D-93E9-4BB9-9187-B61C0BFD5462}" presName="textRect" presStyleLbl="revTx" presStyleIdx="0" presStyleCnt="6">
        <dgm:presLayoutVars>
          <dgm:chMax val="1"/>
          <dgm:chPref val="1"/>
        </dgm:presLayoutVars>
      </dgm:prSet>
      <dgm:spPr/>
    </dgm:pt>
    <dgm:pt modelId="{F261CB59-3803-45A7-BF6D-AEAA7BF687A6}" type="pres">
      <dgm:prSet presAssocID="{DAA23595-4279-4F13-B267-13CDDCA21AAA}" presName="sibTrans" presStyleLbl="sibTrans2D1" presStyleIdx="0" presStyleCnt="0"/>
      <dgm:spPr/>
    </dgm:pt>
    <dgm:pt modelId="{E8EB079F-2DA4-49D1-92D2-130B1EFB8E12}" type="pres">
      <dgm:prSet presAssocID="{3B0D3857-5E64-4E43-BEC4-71FACC37E8D6}" presName="compNode" presStyleCnt="0"/>
      <dgm:spPr/>
    </dgm:pt>
    <dgm:pt modelId="{53DCAA2E-2AAF-4C84-89B6-2CCEC4FB2884}" type="pres">
      <dgm:prSet presAssocID="{3B0D3857-5E64-4E43-BEC4-71FACC37E8D6}" presName="iconBgRect" presStyleLbl="bgShp" presStyleIdx="1" presStyleCnt="6"/>
      <dgm:spPr/>
    </dgm:pt>
    <dgm:pt modelId="{9C4F56B4-CE72-4821-9084-8822FB713506}" type="pres">
      <dgm:prSet presAssocID="{3B0D3857-5E64-4E43-BEC4-71FACC37E8D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356A2A85-4800-4E10-9B7E-F08A4B0C8C02}" type="pres">
      <dgm:prSet presAssocID="{3B0D3857-5E64-4E43-BEC4-71FACC37E8D6}" presName="spaceRect" presStyleCnt="0"/>
      <dgm:spPr/>
    </dgm:pt>
    <dgm:pt modelId="{CA701149-013D-4300-B867-97CF58F8ECB7}" type="pres">
      <dgm:prSet presAssocID="{3B0D3857-5E64-4E43-BEC4-71FACC37E8D6}" presName="textRect" presStyleLbl="revTx" presStyleIdx="1" presStyleCnt="6">
        <dgm:presLayoutVars>
          <dgm:chMax val="1"/>
          <dgm:chPref val="1"/>
        </dgm:presLayoutVars>
      </dgm:prSet>
      <dgm:spPr/>
    </dgm:pt>
    <dgm:pt modelId="{83720DCB-DD44-402B-8D1D-ACEEEE862890}" type="pres">
      <dgm:prSet presAssocID="{E6C33A00-EAB7-4C53-860D-23998176B907}" presName="sibTrans" presStyleLbl="sibTrans2D1" presStyleIdx="0" presStyleCnt="0"/>
      <dgm:spPr/>
    </dgm:pt>
    <dgm:pt modelId="{E142DE77-AA9E-4455-9537-CD51816AEA19}" type="pres">
      <dgm:prSet presAssocID="{0E559AD0-F6F0-46F1-8CF0-75613689E0FE}" presName="compNode" presStyleCnt="0"/>
      <dgm:spPr/>
    </dgm:pt>
    <dgm:pt modelId="{FC8A307E-5A24-46F9-A3BE-04364BCCB41A}" type="pres">
      <dgm:prSet presAssocID="{0E559AD0-F6F0-46F1-8CF0-75613689E0FE}" presName="iconBgRect" presStyleLbl="bgShp" presStyleIdx="2" presStyleCnt="6"/>
      <dgm:spPr/>
    </dgm:pt>
    <dgm:pt modelId="{585B5768-B1B9-4F91-8C72-4CAF0C2223A1}" type="pres">
      <dgm:prSet presAssocID="{0E559AD0-F6F0-46F1-8CF0-75613689E0F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ploy"/>
        </a:ext>
      </dgm:extLst>
    </dgm:pt>
    <dgm:pt modelId="{249094A8-45B3-4EFF-B906-4950C266BCF0}" type="pres">
      <dgm:prSet presAssocID="{0E559AD0-F6F0-46F1-8CF0-75613689E0FE}" presName="spaceRect" presStyleCnt="0"/>
      <dgm:spPr/>
    </dgm:pt>
    <dgm:pt modelId="{307D6F1C-2E5E-4E11-8FCC-1666F964148C}" type="pres">
      <dgm:prSet presAssocID="{0E559AD0-F6F0-46F1-8CF0-75613689E0FE}" presName="textRect" presStyleLbl="revTx" presStyleIdx="2" presStyleCnt="6">
        <dgm:presLayoutVars>
          <dgm:chMax val="1"/>
          <dgm:chPref val="1"/>
        </dgm:presLayoutVars>
      </dgm:prSet>
      <dgm:spPr/>
    </dgm:pt>
    <dgm:pt modelId="{D40F41BC-BBBB-414B-80CA-DD0968E8FB20}" type="pres">
      <dgm:prSet presAssocID="{0F9A59FE-0E55-4903-9BBA-7DFA64C00E8D}" presName="sibTrans" presStyleLbl="sibTrans2D1" presStyleIdx="0" presStyleCnt="0"/>
      <dgm:spPr/>
    </dgm:pt>
    <dgm:pt modelId="{639740C5-E341-4DA9-B777-1DB46EF95755}" type="pres">
      <dgm:prSet presAssocID="{7CA97F0B-E0CD-4612-A5A7-408F55C2AD36}" presName="compNode" presStyleCnt="0"/>
      <dgm:spPr/>
    </dgm:pt>
    <dgm:pt modelId="{920418E7-5FEE-4823-B487-EDB9B33A69DB}" type="pres">
      <dgm:prSet presAssocID="{7CA97F0B-E0CD-4612-A5A7-408F55C2AD36}" presName="iconBgRect" presStyleLbl="bgShp" presStyleIdx="3" presStyleCnt="6"/>
      <dgm:spPr/>
    </dgm:pt>
    <dgm:pt modelId="{6C859CB9-78A6-442C-89DF-3AF0825AFCB8}" type="pres">
      <dgm:prSet presAssocID="{7CA97F0B-E0CD-4612-A5A7-408F55C2AD3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"/>
        </a:ext>
      </dgm:extLst>
    </dgm:pt>
    <dgm:pt modelId="{7C1FE7A7-641B-4734-B120-B2CDF54EC07E}" type="pres">
      <dgm:prSet presAssocID="{7CA97F0B-E0CD-4612-A5A7-408F55C2AD36}" presName="spaceRect" presStyleCnt="0"/>
      <dgm:spPr/>
    </dgm:pt>
    <dgm:pt modelId="{FC342A38-A449-4A44-A355-9723AA954F86}" type="pres">
      <dgm:prSet presAssocID="{7CA97F0B-E0CD-4612-A5A7-408F55C2AD36}" presName="textRect" presStyleLbl="revTx" presStyleIdx="3" presStyleCnt="6">
        <dgm:presLayoutVars>
          <dgm:chMax val="1"/>
          <dgm:chPref val="1"/>
        </dgm:presLayoutVars>
      </dgm:prSet>
      <dgm:spPr/>
    </dgm:pt>
    <dgm:pt modelId="{16E56F2A-E4CE-4783-A85E-738C8E0AD43C}" type="pres">
      <dgm:prSet presAssocID="{0D620207-7683-4F1B-BC1A-74A42DDB03DC}" presName="sibTrans" presStyleLbl="sibTrans2D1" presStyleIdx="0" presStyleCnt="0"/>
      <dgm:spPr/>
    </dgm:pt>
    <dgm:pt modelId="{BFBB488E-F1B1-447E-A443-97507124CF6F}" type="pres">
      <dgm:prSet presAssocID="{AAA4F55A-B0C8-4993-BE7C-4C25117E0942}" presName="compNode" presStyleCnt="0"/>
      <dgm:spPr/>
    </dgm:pt>
    <dgm:pt modelId="{81346C34-75A5-4692-BCB7-02032A1936EF}" type="pres">
      <dgm:prSet presAssocID="{AAA4F55A-B0C8-4993-BE7C-4C25117E0942}" presName="iconBgRect" presStyleLbl="bgShp" presStyleIdx="4" presStyleCnt="6"/>
      <dgm:spPr/>
    </dgm:pt>
    <dgm:pt modelId="{7CC28BFD-7CC6-4289-9DDA-51ED160E8826}" type="pres">
      <dgm:prSet presAssocID="{AAA4F55A-B0C8-4993-BE7C-4C25117E094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94D8E7EE-A90D-4DBA-B7C8-111D03F89B16}" type="pres">
      <dgm:prSet presAssocID="{AAA4F55A-B0C8-4993-BE7C-4C25117E0942}" presName="spaceRect" presStyleCnt="0"/>
      <dgm:spPr/>
    </dgm:pt>
    <dgm:pt modelId="{3FB7B901-B408-4606-A0E2-7B584037F7E1}" type="pres">
      <dgm:prSet presAssocID="{AAA4F55A-B0C8-4993-BE7C-4C25117E0942}" presName="textRect" presStyleLbl="revTx" presStyleIdx="4" presStyleCnt="6">
        <dgm:presLayoutVars>
          <dgm:chMax val="1"/>
          <dgm:chPref val="1"/>
        </dgm:presLayoutVars>
      </dgm:prSet>
      <dgm:spPr/>
    </dgm:pt>
    <dgm:pt modelId="{5B0D9FFF-DE78-4B8C-ACF1-83F887E2E802}" type="pres">
      <dgm:prSet presAssocID="{C51FB8E4-914D-48E1-8601-1E7381A78835}" presName="sibTrans" presStyleLbl="sibTrans2D1" presStyleIdx="0" presStyleCnt="0"/>
      <dgm:spPr/>
    </dgm:pt>
    <dgm:pt modelId="{658A9760-F6B5-4E88-8F48-F7C083760FFA}" type="pres">
      <dgm:prSet presAssocID="{66C998D9-46D7-4862-8121-F927E03F5553}" presName="compNode" presStyleCnt="0"/>
      <dgm:spPr/>
    </dgm:pt>
    <dgm:pt modelId="{97E39668-E657-4D7F-B9A7-6EA14C342FB7}" type="pres">
      <dgm:prSet presAssocID="{66C998D9-46D7-4862-8121-F927E03F5553}" presName="iconBgRect" presStyleLbl="bgShp" presStyleIdx="5" presStyleCnt="6"/>
      <dgm:spPr/>
    </dgm:pt>
    <dgm:pt modelId="{9DEA6CE4-51A3-4993-A4DF-5E519CF550C4}" type="pres">
      <dgm:prSet presAssocID="{66C998D9-46D7-4862-8121-F927E03F555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6DE4EC48-B4AC-4A4B-B8F9-3F90B02043A6}" type="pres">
      <dgm:prSet presAssocID="{66C998D9-46D7-4862-8121-F927E03F5553}" presName="spaceRect" presStyleCnt="0"/>
      <dgm:spPr/>
    </dgm:pt>
    <dgm:pt modelId="{B26F9E7A-DFC6-4B04-A960-8DEA218CEA21}" type="pres">
      <dgm:prSet presAssocID="{66C998D9-46D7-4862-8121-F927E03F555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920D8203-8357-4DD3-AB9E-AA94449AEDFC}" type="presOf" srcId="{AAA4F55A-B0C8-4993-BE7C-4C25117E0942}" destId="{3FB7B901-B408-4606-A0E2-7B584037F7E1}" srcOrd="0" destOrd="0" presId="urn:microsoft.com/office/officeart/2018/2/layout/IconCircleList"/>
    <dgm:cxn modelId="{E0D59F19-42DC-4FB7-B80B-0D37075F2DF4}" type="presOf" srcId="{766B652A-7827-455A-8654-E1A1E1C3FA57}" destId="{D96224DB-4462-4F81-90F1-900538A4B259}" srcOrd="0" destOrd="0" presId="urn:microsoft.com/office/officeart/2018/2/layout/IconCircleList"/>
    <dgm:cxn modelId="{57E2DB1C-0F7D-4BE3-B11A-9D8FCE33B853}" type="presOf" srcId="{66C998D9-46D7-4862-8121-F927E03F5553}" destId="{B26F9E7A-DFC6-4B04-A960-8DEA218CEA21}" srcOrd="0" destOrd="0" presId="urn:microsoft.com/office/officeart/2018/2/layout/IconCircleList"/>
    <dgm:cxn modelId="{01C8CB2D-8714-4EBF-92CD-51CF5ED001CF}" srcId="{766B652A-7827-455A-8654-E1A1E1C3FA57}" destId="{AAA4F55A-B0C8-4993-BE7C-4C25117E0942}" srcOrd="4" destOrd="0" parTransId="{4144A01B-0F12-4E9A-AE24-56B349592A5D}" sibTransId="{C51FB8E4-914D-48E1-8601-1E7381A78835}"/>
    <dgm:cxn modelId="{CF642F39-70A5-4D0A-83C5-6A05C1EFA4C6}" type="presOf" srcId="{3B0D3857-5E64-4E43-BEC4-71FACC37E8D6}" destId="{CA701149-013D-4300-B867-97CF58F8ECB7}" srcOrd="0" destOrd="0" presId="urn:microsoft.com/office/officeart/2018/2/layout/IconCircleList"/>
    <dgm:cxn modelId="{9E578241-D84F-47B4-BF7D-E7B12252858A}" srcId="{766B652A-7827-455A-8654-E1A1E1C3FA57}" destId="{132A1D9D-93E9-4BB9-9187-B61C0BFD5462}" srcOrd="0" destOrd="0" parTransId="{019B3CD0-9732-4A50-B5E8-61B06F6C3DDD}" sibTransId="{DAA23595-4279-4F13-B267-13CDDCA21AAA}"/>
    <dgm:cxn modelId="{3F1D0743-602E-48AE-BA38-46DD4A74B9C5}" srcId="{766B652A-7827-455A-8654-E1A1E1C3FA57}" destId="{7CA97F0B-E0CD-4612-A5A7-408F55C2AD36}" srcOrd="3" destOrd="0" parTransId="{80754F3A-30AE-4B4D-9F4F-89A0A192C4CE}" sibTransId="{0D620207-7683-4F1B-BC1A-74A42DDB03DC}"/>
    <dgm:cxn modelId="{87B14F45-7E93-491D-A94E-9EEC790C7FBF}" srcId="{766B652A-7827-455A-8654-E1A1E1C3FA57}" destId="{66C998D9-46D7-4862-8121-F927E03F5553}" srcOrd="5" destOrd="0" parTransId="{2B3C72E0-4FF0-4D9B-B42D-40033C23A37D}" sibTransId="{EEFBD3FD-9074-4DBE-9E47-D1A2A2CCD1BC}"/>
    <dgm:cxn modelId="{6AD41E47-E396-45AD-9C47-A3094E3DE502}" type="presOf" srcId="{7CA97F0B-E0CD-4612-A5A7-408F55C2AD36}" destId="{FC342A38-A449-4A44-A355-9723AA954F86}" srcOrd="0" destOrd="0" presId="urn:microsoft.com/office/officeart/2018/2/layout/IconCircleList"/>
    <dgm:cxn modelId="{11143B58-F97B-4651-AAB4-03834F23CA1A}" srcId="{766B652A-7827-455A-8654-E1A1E1C3FA57}" destId="{3B0D3857-5E64-4E43-BEC4-71FACC37E8D6}" srcOrd="1" destOrd="0" parTransId="{FDE0D5D5-1B51-408C-AE71-F23350763218}" sibTransId="{E6C33A00-EAB7-4C53-860D-23998176B907}"/>
    <dgm:cxn modelId="{82A7C078-5DC6-4771-B6AF-7176B1A98108}" type="presOf" srcId="{E6C33A00-EAB7-4C53-860D-23998176B907}" destId="{83720DCB-DD44-402B-8D1D-ACEEEE862890}" srcOrd="0" destOrd="0" presId="urn:microsoft.com/office/officeart/2018/2/layout/IconCircleList"/>
    <dgm:cxn modelId="{9BADC47C-2602-4430-BAB9-AEDC85EB2706}" type="presOf" srcId="{0F9A59FE-0E55-4903-9BBA-7DFA64C00E8D}" destId="{D40F41BC-BBBB-414B-80CA-DD0968E8FB20}" srcOrd="0" destOrd="0" presId="urn:microsoft.com/office/officeart/2018/2/layout/IconCircleList"/>
    <dgm:cxn modelId="{64C67993-F8CE-4C44-B2A7-99F036857E64}" type="presOf" srcId="{C51FB8E4-914D-48E1-8601-1E7381A78835}" destId="{5B0D9FFF-DE78-4B8C-ACF1-83F887E2E802}" srcOrd="0" destOrd="0" presId="urn:microsoft.com/office/officeart/2018/2/layout/IconCircleList"/>
    <dgm:cxn modelId="{7566719D-135D-4472-AF43-BE0E8DFE729A}" type="presOf" srcId="{0D620207-7683-4F1B-BC1A-74A42DDB03DC}" destId="{16E56F2A-E4CE-4783-A85E-738C8E0AD43C}" srcOrd="0" destOrd="0" presId="urn:microsoft.com/office/officeart/2018/2/layout/IconCircleList"/>
    <dgm:cxn modelId="{BE0D21B3-9C53-4941-BCF9-C36964EB8160}" srcId="{766B652A-7827-455A-8654-E1A1E1C3FA57}" destId="{0E559AD0-F6F0-46F1-8CF0-75613689E0FE}" srcOrd="2" destOrd="0" parTransId="{37E99510-6C63-4AA0-9248-8318FC98138C}" sibTransId="{0F9A59FE-0E55-4903-9BBA-7DFA64C00E8D}"/>
    <dgm:cxn modelId="{950C39B7-A99B-4AC8-A15F-73DA3F68A018}" type="presOf" srcId="{DAA23595-4279-4F13-B267-13CDDCA21AAA}" destId="{F261CB59-3803-45A7-BF6D-AEAA7BF687A6}" srcOrd="0" destOrd="0" presId="urn:microsoft.com/office/officeart/2018/2/layout/IconCircleList"/>
    <dgm:cxn modelId="{106549F6-ABB3-45F5-8CCF-CDEB4809CD11}" type="presOf" srcId="{132A1D9D-93E9-4BB9-9187-B61C0BFD5462}" destId="{E678B833-7629-48A7-949E-4C9D79024515}" srcOrd="0" destOrd="0" presId="urn:microsoft.com/office/officeart/2018/2/layout/IconCircleList"/>
    <dgm:cxn modelId="{EC30CEF6-3031-4DB9-AB1A-0609995F7B18}" type="presOf" srcId="{0E559AD0-F6F0-46F1-8CF0-75613689E0FE}" destId="{307D6F1C-2E5E-4E11-8FCC-1666F964148C}" srcOrd="0" destOrd="0" presId="urn:microsoft.com/office/officeart/2018/2/layout/IconCircleList"/>
    <dgm:cxn modelId="{9BB401D7-9BF3-4415-9706-B2013590E6F8}" type="presParOf" srcId="{D96224DB-4462-4F81-90F1-900538A4B259}" destId="{70DE9EE3-83A2-48AE-A0AC-A6841DD321C0}" srcOrd="0" destOrd="0" presId="urn:microsoft.com/office/officeart/2018/2/layout/IconCircleList"/>
    <dgm:cxn modelId="{196F94B9-EAB3-4644-B837-2CA364ECEB7F}" type="presParOf" srcId="{70DE9EE3-83A2-48AE-A0AC-A6841DD321C0}" destId="{68E5D2DE-8E52-4C38-8751-FE81F6C58494}" srcOrd="0" destOrd="0" presId="urn:microsoft.com/office/officeart/2018/2/layout/IconCircleList"/>
    <dgm:cxn modelId="{4DC03EF1-2C11-403A-AAD0-D4B71E4A77D4}" type="presParOf" srcId="{68E5D2DE-8E52-4C38-8751-FE81F6C58494}" destId="{31EFD068-248C-46E1-8D8A-90A8840B5D2F}" srcOrd="0" destOrd="0" presId="urn:microsoft.com/office/officeart/2018/2/layout/IconCircleList"/>
    <dgm:cxn modelId="{C6E3F2AC-7C69-4A9B-87A7-F79A4EB03200}" type="presParOf" srcId="{68E5D2DE-8E52-4C38-8751-FE81F6C58494}" destId="{49F7714A-88BB-44E2-83DA-99F344027B6D}" srcOrd="1" destOrd="0" presId="urn:microsoft.com/office/officeart/2018/2/layout/IconCircleList"/>
    <dgm:cxn modelId="{97A676CA-6E42-4C69-8AB5-12938E82EB43}" type="presParOf" srcId="{68E5D2DE-8E52-4C38-8751-FE81F6C58494}" destId="{21B22069-4C0A-455B-882A-FF25DCC91FB5}" srcOrd="2" destOrd="0" presId="urn:microsoft.com/office/officeart/2018/2/layout/IconCircleList"/>
    <dgm:cxn modelId="{137651E8-D0FF-4243-AA9B-D40F4B0474C9}" type="presParOf" srcId="{68E5D2DE-8E52-4C38-8751-FE81F6C58494}" destId="{E678B833-7629-48A7-949E-4C9D79024515}" srcOrd="3" destOrd="0" presId="urn:microsoft.com/office/officeart/2018/2/layout/IconCircleList"/>
    <dgm:cxn modelId="{18E16DF9-211D-4F9E-BC5C-6AD6A2632555}" type="presParOf" srcId="{70DE9EE3-83A2-48AE-A0AC-A6841DD321C0}" destId="{F261CB59-3803-45A7-BF6D-AEAA7BF687A6}" srcOrd="1" destOrd="0" presId="urn:microsoft.com/office/officeart/2018/2/layout/IconCircleList"/>
    <dgm:cxn modelId="{C4020688-3326-491D-92E6-C41E10220094}" type="presParOf" srcId="{70DE9EE3-83A2-48AE-A0AC-A6841DD321C0}" destId="{E8EB079F-2DA4-49D1-92D2-130B1EFB8E12}" srcOrd="2" destOrd="0" presId="urn:microsoft.com/office/officeart/2018/2/layout/IconCircleList"/>
    <dgm:cxn modelId="{25282DA2-42E1-4FD7-AEC9-9BD31D3A7A2C}" type="presParOf" srcId="{E8EB079F-2DA4-49D1-92D2-130B1EFB8E12}" destId="{53DCAA2E-2AAF-4C84-89B6-2CCEC4FB2884}" srcOrd="0" destOrd="0" presId="urn:microsoft.com/office/officeart/2018/2/layout/IconCircleList"/>
    <dgm:cxn modelId="{2CA2E879-3359-4A8D-B6D3-87847EA0B772}" type="presParOf" srcId="{E8EB079F-2DA4-49D1-92D2-130B1EFB8E12}" destId="{9C4F56B4-CE72-4821-9084-8822FB713506}" srcOrd="1" destOrd="0" presId="urn:microsoft.com/office/officeart/2018/2/layout/IconCircleList"/>
    <dgm:cxn modelId="{B9CED930-704D-4F8A-92FE-D07021C9C002}" type="presParOf" srcId="{E8EB079F-2DA4-49D1-92D2-130B1EFB8E12}" destId="{356A2A85-4800-4E10-9B7E-F08A4B0C8C02}" srcOrd="2" destOrd="0" presId="urn:microsoft.com/office/officeart/2018/2/layout/IconCircleList"/>
    <dgm:cxn modelId="{229A9920-0BED-404D-AD25-985EAE2209C6}" type="presParOf" srcId="{E8EB079F-2DA4-49D1-92D2-130B1EFB8E12}" destId="{CA701149-013D-4300-B867-97CF58F8ECB7}" srcOrd="3" destOrd="0" presId="urn:microsoft.com/office/officeart/2018/2/layout/IconCircleList"/>
    <dgm:cxn modelId="{01BB18D8-A266-4EC7-AB43-4C402BBC7E6E}" type="presParOf" srcId="{70DE9EE3-83A2-48AE-A0AC-A6841DD321C0}" destId="{83720DCB-DD44-402B-8D1D-ACEEEE862890}" srcOrd="3" destOrd="0" presId="urn:microsoft.com/office/officeart/2018/2/layout/IconCircleList"/>
    <dgm:cxn modelId="{21AD6D2E-542E-4A3C-84B1-66CDB1EBF6BB}" type="presParOf" srcId="{70DE9EE3-83A2-48AE-A0AC-A6841DD321C0}" destId="{E142DE77-AA9E-4455-9537-CD51816AEA19}" srcOrd="4" destOrd="0" presId="urn:microsoft.com/office/officeart/2018/2/layout/IconCircleList"/>
    <dgm:cxn modelId="{41552726-9ABD-44CA-B7F3-31DDF56C12AA}" type="presParOf" srcId="{E142DE77-AA9E-4455-9537-CD51816AEA19}" destId="{FC8A307E-5A24-46F9-A3BE-04364BCCB41A}" srcOrd="0" destOrd="0" presId="urn:microsoft.com/office/officeart/2018/2/layout/IconCircleList"/>
    <dgm:cxn modelId="{73FFFFF5-5FCC-4953-AD5F-D280A8A9FD18}" type="presParOf" srcId="{E142DE77-AA9E-4455-9537-CD51816AEA19}" destId="{585B5768-B1B9-4F91-8C72-4CAF0C2223A1}" srcOrd="1" destOrd="0" presId="urn:microsoft.com/office/officeart/2018/2/layout/IconCircleList"/>
    <dgm:cxn modelId="{48F35D98-29D6-49DC-809E-FFB4EE63BC6E}" type="presParOf" srcId="{E142DE77-AA9E-4455-9537-CD51816AEA19}" destId="{249094A8-45B3-4EFF-B906-4950C266BCF0}" srcOrd="2" destOrd="0" presId="urn:microsoft.com/office/officeart/2018/2/layout/IconCircleList"/>
    <dgm:cxn modelId="{61755B08-3A72-48B7-AD2B-012EBCDFA1F7}" type="presParOf" srcId="{E142DE77-AA9E-4455-9537-CD51816AEA19}" destId="{307D6F1C-2E5E-4E11-8FCC-1666F964148C}" srcOrd="3" destOrd="0" presId="urn:microsoft.com/office/officeart/2018/2/layout/IconCircleList"/>
    <dgm:cxn modelId="{D7FD0A84-5B54-436E-9E8A-581F75D74C7E}" type="presParOf" srcId="{70DE9EE3-83A2-48AE-A0AC-A6841DD321C0}" destId="{D40F41BC-BBBB-414B-80CA-DD0968E8FB20}" srcOrd="5" destOrd="0" presId="urn:microsoft.com/office/officeart/2018/2/layout/IconCircleList"/>
    <dgm:cxn modelId="{53C562C3-F180-4BFC-9993-B64305E4AF55}" type="presParOf" srcId="{70DE9EE3-83A2-48AE-A0AC-A6841DD321C0}" destId="{639740C5-E341-4DA9-B777-1DB46EF95755}" srcOrd="6" destOrd="0" presId="urn:microsoft.com/office/officeart/2018/2/layout/IconCircleList"/>
    <dgm:cxn modelId="{193DBA44-F03D-426A-845A-AED9C786C268}" type="presParOf" srcId="{639740C5-E341-4DA9-B777-1DB46EF95755}" destId="{920418E7-5FEE-4823-B487-EDB9B33A69DB}" srcOrd="0" destOrd="0" presId="urn:microsoft.com/office/officeart/2018/2/layout/IconCircleList"/>
    <dgm:cxn modelId="{143C8B78-63AE-49D2-A5A0-5EA4E03A0AB6}" type="presParOf" srcId="{639740C5-E341-4DA9-B777-1DB46EF95755}" destId="{6C859CB9-78A6-442C-89DF-3AF0825AFCB8}" srcOrd="1" destOrd="0" presId="urn:microsoft.com/office/officeart/2018/2/layout/IconCircleList"/>
    <dgm:cxn modelId="{EF9DA6D5-07D1-424E-9ACE-91C9C0FD7453}" type="presParOf" srcId="{639740C5-E341-4DA9-B777-1DB46EF95755}" destId="{7C1FE7A7-641B-4734-B120-B2CDF54EC07E}" srcOrd="2" destOrd="0" presId="urn:microsoft.com/office/officeart/2018/2/layout/IconCircleList"/>
    <dgm:cxn modelId="{B3A9D7F7-289B-4FCC-B7B0-9BBFED27FD8C}" type="presParOf" srcId="{639740C5-E341-4DA9-B777-1DB46EF95755}" destId="{FC342A38-A449-4A44-A355-9723AA954F86}" srcOrd="3" destOrd="0" presId="urn:microsoft.com/office/officeart/2018/2/layout/IconCircleList"/>
    <dgm:cxn modelId="{9CB19BB6-B22C-493C-897A-3FD197A019DF}" type="presParOf" srcId="{70DE9EE3-83A2-48AE-A0AC-A6841DD321C0}" destId="{16E56F2A-E4CE-4783-A85E-738C8E0AD43C}" srcOrd="7" destOrd="0" presId="urn:microsoft.com/office/officeart/2018/2/layout/IconCircleList"/>
    <dgm:cxn modelId="{7799ABF2-C202-4587-AB80-908490A5816B}" type="presParOf" srcId="{70DE9EE3-83A2-48AE-A0AC-A6841DD321C0}" destId="{BFBB488E-F1B1-447E-A443-97507124CF6F}" srcOrd="8" destOrd="0" presId="urn:microsoft.com/office/officeart/2018/2/layout/IconCircleList"/>
    <dgm:cxn modelId="{2A691169-175A-406D-B1DF-7E832FB414D9}" type="presParOf" srcId="{BFBB488E-F1B1-447E-A443-97507124CF6F}" destId="{81346C34-75A5-4692-BCB7-02032A1936EF}" srcOrd="0" destOrd="0" presId="urn:microsoft.com/office/officeart/2018/2/layout/IconCircleList"/>
    <dgm:cxn modelId="{402C5E76-66EB-4C57-AD48-1BEBDE592668}" type="presParOf" srcId="{BFBB488E-F1B1-447E-A443-97507124CF6F}" destId="{7CC28BFD-7CC6-4289-9DDA-51ED160E8826}" srcOrd="1" destOrd="0" presId="urn:microsoft.com/office/officeart/2018/2/layout/IconCircleList"/>
    <dgm:cxn modelId="{575E74F3-9A8E-42E8-98CB-D13E1AA702ED}" type="presParOf" srcId="{BFBB488E-F1B1-447E-A443-97507124CF6F}" destId="{94D8E7EE-A90D-4DBA-B7C8-111D03F89B16}" srcOrd="2" destOrd="0" presId="urn:microsoft.com/office/officeart/2018/2/layout/IconCircleList"/>
    <dgm:cxn modelId="{F9E7781B-961C-4921-88DD-D89CB912DAC6}" type="presParOf" srcId="{BFBB488E-F1B1-447E-A443-97507124CF6F}" destId="{3FB7B901-B408-4606-A0E2-7B584037F7E1}" srcOrd="3" destOrd="0" presId="urn:microsoft.com/office/officeart/2018/2/layout/IconCircleList"/>
    <dgm:cxn modelId="{9F7BD12A-47B1-479A-987B-C269F3F9E2C6}" type="presParOf" srcId="{70DE9EE3-83A2-48AE-A0AC-A6841DD321C0}" destId="{5B0D9FFF-DE78-4B8C-ACF1-83F887E2E802}" srcOrd="9" destOrd="0" presId="urn:microsoft.com/office/officeart/2018/2/layout/IconCircleList"/>
    <dgm:cxn modelId="{B36528A4-5A93-4072-9A29-F4BC4C713692}" type="presParOf" srcId="{70DE9EE3-83A2-48AE-A0AC-A6841DD321C0}" destId="{658A9760-F6B5-4E88-8F48-F7C083760FFA}" srcOrd="10" destOrd="0" presId="urn:microsoft.com/office/officeart/2018/2/layout/IconCircleList"/>
    <dgm:cxn modelId="{021BE58E-32AD-40D3-8AE4-7686176F50C0}" type="presParOf" srcId="{658A9760-F6B5-4E88-8F48-F7C083760FFA}" destId="{97E39668-E657-4D7F-B9A7-6EA14C342FB7}" srcOrd="0" destOrd="0" presId="urn:microsoft.com/office/officeart/2018/2/layout/IconCircleList"/>
    <dgm:cxn modelId="{58F11D7D-6B52-43C2-B4DF-3CDE059FB84D}" type="presParOf" srcId="{658A9760-F6B5-4E88-8F48-F7C083760FFA}" destId="{9DEA6CE4-51A3-4993-A4DF-5E519CF550C4}" srcOrd="1" destOrd="0" presId="urn:microsoft.com/office/officeart/2018/2/layout/IconCircleList"/>
    <dgm:cxn modelId="{CE97AF08-123E-4DC4-8C7D-E390A44F65C2}" type="presParOf" srcId="{658A9760-F6B5-4E88-8F48-F7C083760FFA}" destId="{6DE4EC48-B4AC-4A4B-B8F9-3F90B02043A6}" srcOrd="2" destOrd="0" presId="urn:microsoft.com/office/officeart/2018/2/layout/IconCircleList"/>
    <dgm:cxn modelId="{89618E55-0A3C-4576-AC71-792E09E4F8FD}" type="presParOf" srcId="{658A9760-F6B5-4E88-8F48-F7C083760FFA}" destId="{B26F9E7A-DFC6-4B04-A960-8DEA218CEA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8C6FF6-2C72-4499-B54B-42F7D0DF9AC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414993-0DF0-4D8D-9659-D4CCE949FB2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Mutimedia: Combines different content forms like Text, Audio, Images, Animation, or video into a single interactive presentation.</a:t>
          </a:r>
          <a:endParaRPr lang="en-US"/>
        </a:p>
      </dgm:t>
    </dgm:pt>
    <dgm:pt modelId="{A618D8CA-A8C4-4C2C-952C-CCEE4018880F}" type="parTrans" cxnId="{B62F828B-E35E-408F-AB75-1D440684D085}">
      <dgm:prSet/>
      <dgm:spPr/>
      <dgm:t>
        <a:bodyPr/>
        <a:lstStyle/>
        <a:p>
          <a:endParaRPr lang="en-US"/>
        </a:p>
      </dgm:t>
    </dgm:pt>
    <dgm:pt modelId="{011FBCB3-2E7D-4E62-9F9A-8D4E56BEB892}" type="sibTrans" cxnId="{B62F828B-E35E-408F-AB75-1D440684D085}">
      <dgm:prSet/>
      <dgm:spPr/>
      <dgm:t>
        <a:bodyPr/>
        <a:lstStyle/>
        <a:p>
          <a:endParaRPr lang="en-US"/>
        </a:p>
      </dgm:t>
    </dgm:pt>
    <dgm:pt modelId="{D9CECE61-7850-4E8E-9615-E7CD41AD649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Encourages interaction from users</a:t>
          </a:r>
          <a:endParaRPr lang="en-US"/>
        </a:p>
      </dgm:t>
    </dgm:pt>
    <dgm:pt modelId="{C5292CA9-A12B-47AD-B550-A9F7809AAB99}" type="parTrans" cxnId="{562D8D12-DB27-46DB-8C31-F7A0EB610106}">
      <dgm:prSet/>
      <dgm:spPr/>
      <dgm:t>
        <a:bodyPr/>
        <a:lstStyle/>
        <a:p>
          <a:endParaRPr lang="en-US"/>
        </a:p>
      </dgm:t>
    </dgm:pt>
    <dgm:pt modelId="{8B6F7BFA-952D-4138-B19D-2A56D6ED6419}" type="sibTrans" cxnId="{562D8D12-DB27-46DB-8C31-F7A0EB610106}">
      <dgm:prSet/>
      <dgm:spPr/>
      <dgm:t>
        <a:bodyPr/>
        <a:lstStyle/>
        <a:p>
          <a:endParaRPr lang="en-US"/>
        </a:p>
      </dgm:t>
    </dgm:pt>
    <dgm:pt modelId="{AB103177-A0DB-4100-82E2-35A4AAA736F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Video and Digital Media, important tools, bolster the educational experience.</a:t>
          </a:r>
          <a:endParaRPr lang="en-US"/>
        </a:p>
      </dgm:t>
    </dgm:pt>
    <dgm:pt modelId="{D8FBB723-0DEE-4762-B56A-D5737B5F6525}" type="parTrans" cxnId="{1A7D4CEE-60EA-4D31-9F58-8E25E1FF4CCD}">
      <dgm:prSet/>
      <dgm:spPr/>
      <dgm:t>
        <a:bodyPr/>
        <a:lstStyle/>
        <a:p>
          <a:endParaRPr lang="en-US"/>
        </a:p>
      </dgm:t>
    </dgm:pt>
    <dgm:pt modelId="{50622C13-B72C-4387-B3BB-279AC1DFBA90}" type="sibTrans" cxnId="{1A7D4CEE-60EA-4D31-9F58-8E25E1FF4CCD}">
      <dgm:prSet/>
      <dgm:spPr/>
      <dgm:t>
        <a:bodyPr/>
        <a:lstStyle/>
        <a:p>
          <a:endParaRPr lang="en-US"/>
        </a:p>
      </dgm:t>
    </dgm:pt>
    <dgm:pt modelId="{C62960FA-DBFD-4C6D-84C4-9CBDA51A103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Educators can illustrate and demonstrate complex ideas easily.</a:t>
          </a:r>
          <a:endParaRPr lang="en-US"/>
        </a:p>
      </dgm:t>
    </dgm:pt>
    <dgm:pt modelId="{42CCF6D0-9EAB-4BCC-9D5D-3293C9B74367}" type="parTrans" cxnId="{F42B589F-AC56-4415-B2D7-17BCFC42E393}">
      <dgm:prSet/>
      <dgm:spPr/>
      <dgm:t>
        <a:bodyPr/>
        <a:lstStyle/>
        <a:p>
          <a:endParaRPr lang="en-US"/>
        </a:p>
      </dgm:t>
    </dgm:pt>
    <dgm:pt modelId="{0AA23E57-CE01-4F10-BA7D-EB5BCC30FA08}" type="sibTrans" cxnId="{F42B589F-AC56-4415-B2D7-17BCFC42E393}">
      <dgm:prSet/>
      <dgm:spPr/>
      <dgm:t>
        <a:bodyPr/>
        <a:lstStyle/>
        <a:p>
          <a:endParaRPr lang="en-US"/>
        </a:p>
      </dgm:t>
    </dgm:pt>
    <dgm:pt modelId="{96E466A4-16AD-47C9-B79C-DDF9F7D246C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Enhances teaching and learning expereinces</a:t>
          </a:r>
          <a:endParaRPr lang="en-US"/>
        </a:p>
      </dgm:t>
    </dgm:pt>
    <dgm:pt modelId="{327C1D5A-3217-4B77-A404-500FC68F6384}" type="parTrans" cxnId="{AA5BDCF5-9921-471F-AA1E-C3F06AC79104}">
      <dgm:prSet/>
      <dgm:spPr/>
      <dgm:t>
        <a:bodyPr/>
        <a:lstStyle/>
        <a:p>
          <a:endParaRPr lang="en-US"/>
        </a:p>
      </dgm:t>
    </dgm:pt>
    <dgm:pt modelId="{EFE8028F-73EB-4A84-AC41-14029DED418E}" type="sibTrans" cxnId="{AA5BDCF5-9921-471F-AA1E-C3F06AC79104}">
      <dgm:prSet/>
      <dgm:spPr/>
      <dgm:t>
        <a:bodyPr/>
        <a:lstStyle/>
        <a:p>
          <a:endParaRPr lang="en-US"/>
        </a:p>
      </dgm:t>
    </dgm:pt>
    <dgm:pt modelId="{74B5CDBC-295F-4AF4-AD95-D494438646B8}" type="pres">
      <dgm:prSet presAssocID="{548C6FF6-2C72-4499-B54B-42F7D0DF9AC6}" presName="root" presStyleCnt="0">
        <dgm:presLayoutVars>
          <dgm:dir/>
          <dgm:resizeHandles val="exact"/>
        </dgm:presLayoutVars>
      </dgm:prSet>
      <dgm:spPr/>
    </dgm:pt>
    <dgm:pt modelId="{609429CC-33BC-48EA-B364-90B200BD5426}" type="pres">
      <dgm:prSet presAssocID="{EC414993-0DF0-4D8D-9659-D4CCE949FB2B}" presName="compNode" presStyleCnt="0"/>
      <dgm:spPr/>
    </dgm:pt>
    <dgm:pt modelId="{CE8EFDFB-CA7F-4598-A342-AECEF7729100}" type="pres">
      <dgm:prSet presAssocID="{EC414993-0DF0-4D8D-9659-D4CCE949FB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2F538F72-1514-4E38-B069-AB79286D24B3}" type="pres">
      <dgm:prSet presAssocID="{EC414993-0DF0-4D8D-9659-D4CCE949FB2B}" presName="spaceRect" presStyleCnt="0"/>
      <dgm:spPr/>
    </dgm:pt>
    <dgm:pt modelId="{993E9EF4-AC08-4C24-A66C-7BC55AD9C63A}" type="pres">
      <dgm:prSet presAssocID="{EC414993-0DF0-4D8D-9659-D4CCE949FB2B}" presName="textRect" presStyleLbl="revTx" presStyleIdx="0" presStyleCnt="5">
        <dgm:presLayoutVars>
          <dgm:chMax val="1"/>
          <dgm:chPref val="1"/>
        </dgm:presLayoutVars>
      </dgm:prSet>
      <dgm:spPr/>
    </dgm:pt>
    <dgm:pt modelId="{300094A4-42C4-41A7-9572-937AEA153923}" type="pres">
      <dgm:prSet presAssocID="{011FBCB3-2E7D-4E62-9F9A-8D4E56BEB892}" presName="sibTrans" presStyleCnt="0"/>
      <dgm:spPr/>
    </dgm:pt>
    <dgm:pt modelId="{EAB0FE36-2E74-46C8-9666-79E7C250B6CC}" type="pres">
      <dgm:prSet presAssocID="{D9CECE61-7850-4E8E-9615-E7CD41AD6495}" presName="compNode" presStyleCnt="0"/>
      <dgm:spPr/>
    </dgm:pt>
    <dgm:pt modelId="{8166BA7E-F264-4C73-8CF7-0CC2128313C4}" type="pres">
      <dgm:prSet presAssocID="{D9CECE61-7850-4E8E-9615-E7CD41AD649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A293D80-3283-47ED-9956-42F205536FBD}" type="pres">
      <dgm:prSet presAssocID="{D9CECE61-7850-4E8E-9615-E7CD41AD6495}" presName="spaceRect" presStyleCnt="0"/>
      <dgm:spPr/>
    </dgm:pt>
    <dgm:pt modelId="{F23A70DD-1E28-4631-9CAA-6BDF9AA0632E}" type="pres">
      <dgm:prSet presAssocID="{D9CECE61-7850-4E8E-9615-E7CD41AD6495}" presName="textRect" presStyleLbl="revTx" presStyleIdx="1" presStyleCnt="5">
        <dgm:presLayoutVars>
          <dgm:chMax val="1"/>
          <dgm:chPref val="1"/>
        </dgm:presLayoutVars>
      </dgm:prSet>
      <dgm:spPr/>
    </dgm:pt>
    <dgm:pt modelId="{98702547-0898-45B9-9E79-E69C32ACF766}" type="pres">
      <dgm:prSet presAssocID="{8B6F7BFA-952D-4138-B19D-2A56D6ED6419}" presName="sibTrans" presStyleCnt="0"/>
      <dgm:spPr/>
    </dgm:pt>
    <dgm:pt modelId="{8E3C10FB-DAB1-44A7-AA7D-4AE404CF4D4C}" type="pres">
      <dgm:prSet presAssocID="{AB103177-A0DB-4100-82E2-35A4AAA736F7}" presName="compNode" presStyleCnt="0"/>
      <dgm:spPr/>
    </dgm:pt>
    <dgm:pt modelId="{DB4DB16D-B3E5-484A-8EC6-6AD1C56CF8BC}" type="pres">
      <dgm:prSet presAssocID="{AB103177-A0DB-4100-82E2-35A4AAA736F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07407540-7586-4552-B396-D93049FDAB54}" type="pres">
      <dgm:prSet presAssocID="{AB103177-A0DB-4100-82E2-35A4AAA736F7}" presName="spaceRect" presStyleCnt="0"/>
      <dgm:spPr/>
    </dgm:pt>
    <dgm:pt modelId="{2BA1869B-18AD-4420-A81F-F508FC258DFB}" type="pres">
      <dgm:prSet presAssocID="{AB103177-A0DB-4100-82E2-35A4AAA736F7}" presName="textRect" presStyleLbl="revTx" presStyleIdx="2" presStyleCnt="5">
        <dgm:presLayoutVars>
          <dgm:chMax val="1"/>
          <dgm:chPref val="1"/>
        </dgm:presLayoutVars>
      </dgm:prSet>
      <dgm:spPr/>
    </dgm:pt>
    <dgm:pt modelId="{0FAE726A-94D5-48CA-9CA0-DD84DA58F5F7}" type="pres">
      <dgm:prSet presAssocID="{50622C13-B72C-4387-B3BB-279AC1DFBA90}" presName="sibTrans" presStyleCnt="0"/>
      <dgm:spPr/>
    </dgm:pt>
    <dgm:pt modelId="{09EC8CF3-56C0-444F-A71A-D2C47F93BC10}" type="pres">
      <dgm:prSet presAssocID="{C62960FA-DBFD-4C6D-84C4-9CBDA51A1032}" presName="compNode" presStyleCnt="0"/>
      <dgm:spPr/>
    </dgm:pt>
    <dgm:pt modelId="{7DA24EEC-78BD-4AB8-8F25-7A68875024C5}" type="pres">
      <dgm:prSet presAssocID="{C62960FA-DBFD-4C6D-84C4-9CBDA51A103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3148E3D1-B032-4AAB-8756-728102033BE9}" type="pres">
      <dgm:prSet presAssocID="{C62960FA-DBFD-4C6D-84C4-9CBDA51A1032}" presName="spaceRect" presStyleCnt="0"/>
      <dgm:spPr/>
    </dgm:pt>
    <dgm:pt modelId="{4236DE0D-36F7-44F4-B50E-79815C4D4660}" type="pres">
      <dgm:prSet presAssocID="{C62960FA-DBFD-4C6D-84C4-9CBDA51A1032}" presName="textRect" presStyleLbl="revTx" presStyleIdx="3" presStyleCnt="5">
        <dgm:presLayoutVars>
          <dgm:chMax val="1"/>
          <dgm:chPref val="1"/>
        </dgm:presLayoutVars>
      </dgm:prSet>
      <dgm:spPr/>
    </dgm:pt>
    <dgm:pt modelId="{6FF5DEA6-9F88-40BB-BF04-96332D67AAD2}" type="pres">
      <dgm:prSet presAssocID="{0AA23E57-CE01-4F10-BA7D-EB5BCC30FA08}" presName="sibTrans" presStyleCnt="0"/>
      <dgm:spPr/>
    </dgm:pt>
    <dgm:pt modelId="{3142026C-25B4-4C68-BCAC-852E4E72F73C}" type="pres">
      <dgm:prSet presAssocID="{96E466A4-16AD-47C9-B79C-DDF9F7D246C3}" presName="compNode" presStyleCnt="0"/>
      <dgm:spPr/>
    </dgm:pt>
    <dgm:pt modelId="{8BE95840-C6FB-4217-856A-F45665271802}" type="pres">
      <dgm:prSet presAssocID="{96E466A4-16AD-47C9-B79C-DDF9F7D246C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4DB878B-0F8C-4260-B6C2-4C963E0B9C11}" type="pres">
      <dgm:prSet presAssocID="{96E466A4-16AD-47C9-B79C-DDF9F7D246C3}" presName="spaceRect" presStyleCnt="0"/>
      <dgm:spPr/>
    </dgm:pt>
    <dgm:pt modelId="{E59B9C9D-D455-405C-879B-5BC3B79A086C}" type="pres">
      <dgm:prSet presAssocID="{96E466A4-16AD-47C9-B79C-DDF9F7D246C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62D8D12-DB27-46DB-8C31-F7A0EB610106}" srcId="{548C6FF6-2C72-4499-B54B-42F7D0DF9AC6}" destId="{D9CECE61-7850-4E8E-9615-E7CD41AD6495}" srcOrd="1" destOrd="0" parTransId="{C5292CA9-A12B-47AD-B550-A9F7809AAB99}" sibTransId="{8B6F7BFA-952D-4138-B19D-2A56D6ED6419}"/>
    <dgm:cxn modelId="{F6CFE822-DCDE-4C26-8494-FD0E37AF89D0}" type="presOf" srcId="{96E466A4-16AD-47C9-B79C-DDF9F7D246C3}" destId="{E59B9C9D-D455-405C-879B-5BC3B79A086C}" srcOrd="0" destOrd="0" presId="urn:microsoft.com/office/officeart/2018/2/layout/IconLabelList"/>
    <dgm:cxn modelId="{379C4930-BBEF-42AB-97C4-7CC99754AA71}" type="presOf" srcId="{EC414993-0DF0-4D8D-9659-D4CCE949FB2B}" destId="{993E9EF4-AC08-4C24-A66C-7BC55AD9C63A}" srcOrd="0" destOrd="0" presId="urn:microsoft.com/office/officeart/2018/2/layout/IconLabelList"/>
    <dgm:cxn modelId="{B051AC38-CFBA-46D0-BFF8-690A96B23C67}" type="presOf" srcId="{548C6FF6-2C72-4499-B54B-42F7D0DF9AC6}" destId="{74B5CDBC-295F-4AF4-AD95-D494438646B8}" srcOrd="0" destOrd="0" presId="urn:microsoft.com/office/officeart/2018/2/layout/IconLabelList"/>
    <dgm:cxn modelId="{B62F828B-E35E-408F-AB75-1D440684D085}" srcId="{548C6FF6-2C72-4499-B54B-42F7D0DF9AC6}" destId="{EC414993-0DF0-4D8D-9659-D4CCE949FB2B}" srcOrd="0" destOrd="0" parTransId="{A618D8CA-A8C4-4C2C-952C-CCEE4018880F}" sibTransId="{011FBCB3-2E7D-4E62-9F9A-8D4E56BEB892}"/>
    <dgm:cxn modelId="{F42B589F-AC56-4415-B2D7-17BCFC42E393}" srcId="{548C6FF6-2C72-4499-B54B-42F7D0DF9AC6}" destId="{C62960FA-DBFD-4C6D-84C4-9CBDA51A1032}" srcOrd="3" destOrd="0" parTransId="{42CCF6D0-9EAB-4BCC-9D5D-3293C9B74367}" sibTransId="{0AA23E57-CE01-4F10-BA7D-EB5BCC30FA08}"/>
    <dgm:cxn modelId="{52FC9AA1-F431-402E-ABCE-2AFEA4E5A40F}" type="presOf" srcId="{AB103177-A0DB-4100-82E2-35A4AAA736F7}" destId="{2BA1869B-18AD-4420-A81F-F508FC258DFB}" srcOrd="0" destOrd="0" presId="urn:microsoft.com/office/officeart/2018/2/layout/IconLabelList"/>
    <dgm:cxn modelId="{B0D1B5BB-5C75-4B92-8F5C-E0A7A63D8135}" type="presOf" srcId="{D9CECE61-7850-4E8E-9615-E7CD41AD6495}" destId="{F23A70DD-1E28-4631-9CAA-6BDF9AA0632E}" srcOrd="0" destOrd="0" presId="urn:microsoft.com/office/officeart/2018/2/layout/IconLabelList"/>
    <dgm:cxn modelId="{1A7D4CEE-60EA-4D31-9F58-8E25E1FF4CCD}" srcId="{548C6FF6-2C72-4499-B54B-42F7D0DF9AC6}" destId="{AB103177-A0DB-4100-82E2-35A4AAA736F7}" srcOrd="2" destOrd="0" parTransId="{D8FBB723-0DEE-4762-B56A-D5737B5F6525}" sibTransId="{50622C13-B72C-4387-B3BB-279AC1DFBA90}"/>
    <dgm:cxn modelId="{C4776CF3-DB3D-4FF9-802E-C8624B676D9D}" type="presOf" srcId="{C62960FA-DBFD-4C6D-84C4-9CBDA51A1032}" destId="{4236DE0D-36F7-44F4-B50E-79815C4D4660}" srcOrd="0" destOrd="0" presId="urn:microsoft.com/office/officeart/2018/2/layout/IconLabelList"/>
    <dgm:cxn modelId="{AA5BDCF5-9921-471F-AA1E-C3F06AC79104}" srcId="{548C6FF6-2C72-4499-B54B-42F7D0DF9AC6}" destId="{96E466A4-16AD-47C9-B79C-DDF9F7D246C3}" srcOrd="4" destOrd="0" parTransId="{327C1D5A-3217-4B77-A404-500FC68F6384}" sibTransId="{EFE8028F-73EB-4A84-AC41-14029DED418E}"/>
    <dgm:cxn modelId="{9C6C5511-82D5-40AD-B17C-AEF11B9E0FBF}" type="presParOf" srcId="{74B5CDBC-295F-4AF4-AD95-D494438646B8}" destId="{609429CC-33BC-48EA-B364-90B200BD5426}" srcOrd="0" destOrd="0" presId="urn:microsoft.com/office/officeart/2018/2/layout/IconLabelList"/>
    <dgm:cxn modelId="{2EC9EA83-B789-4FD9-9B01-7C7D2E01DD6A}" type="presParOf" srcId="{609429CC-33BC-48EA-B364-90B200BD5426}" destId="{CE8EFDFB-CA7F-4598-A342-AECEF7729100}" srcOrd="0" destOrd="0" presId="urn:microsoft.com/office/officeart/2018/2/layout/IconLabelList"/>
    <dgm:cxn modelId="{67D05BEC-D6E1-4825-B3B1-BFD9C4FA3E5F}" type="presParOf" srcId="{609429CC-33BC-48EA-B364-90B200BD5426}" destId="{2F538F72-1514-4E38-B069-AB79286D24B3}" srcOrd="1" destOrd="0" presId="urn:microsoft.com/office/officeart/2018/2/layout/IconLabelList"/>
    <dgm:cxn modelId="{A560838C-6193-406D-ACFF-FB33D8191D40}" type="presParOf" srcId="{609429CC-33BC-48EA-B364-90B200BD5426}" destId="{993E9EF4-AC08-4C24-A66C-7BC55AD9C63A}" srcOrd="2" destOrd="0" presId="urn:microsoft.com/office/officeart/2018/2/layout/IconLabelList"/>
    <dgm:cxn modelId="{4BD2F7DA-A190-4968-81C8-711847C51241}" type="presParOf" srcId="{74B5CDBC-295F-4AF4-AD95-D494438646B8}" destId="{300094A4-42C4-41A7-9572-937AEA153923}" srcOrd="1" destOrd="0" presId="urn:microsoft.com/office/officeart/2018/2/layout/IconLabelList"/>
    <dgm:cxn modelId="{66CDC5F4-60EF-446E-82D2-9F7E438B1BBA}" type="presParOf" srcId="{74B5CDBC-295F-4AF4-AD95-D494438646B8}" destId="{EAB0FE36-2E74-46C8-9666-79E7C250B6CC}" srcOrd="2" destOrd="0" presId="urn:microsoft.com/office/officeart/2018/2/layout/IconLabelList"/>
    <dgm:cxn modelId="{A3019163-89E7-40B6-95F3-43FB3137E6F7}" type="presParOf" srcId="{EAB0FE36-2E74-46C8-9666-79E7C250B6CC}" destId="{8166BA7E-F264-4C73-8CF7-0CC2128313C4}" srcOrd="0" destOrd="0" presId="urn:microsoft.com/office/officeart/2018/2/layout/IconLabelList"/>
    <dgm:cxn modelId="{E1009B1A-4DEE-4A9B-A6B0-A58F66084D77}" type="presParOf" srcId="{EAB0FE36-2E74-46C8-9666-79E7C250B6CC}" destId="{AA293D80-3283-47ED-9956-42F205536FBD}" srcOrd="1" destOrd="0" presId="urn:microsoft.com/office/officeart/2018/2/layout/IconLabelList"/>
    <dgm:cxn modelId="{F7B1C821-16F8-47F7-9A2E-28A31013291B}" type="presParOf" srcId="{EAB0FE36-2E74-46C8-9666-79E7C250B6CC}" destId="{F23A70DD-1E28-4631-9CAA-6BDF9AA0632E}" srcOrd="2" destOrd="0" presId="urn:microsoft.com/office/officeart/2018/2/layout/IconLabelList"/>
    <dgm:cxn modelId="{55E032C5-4FF5-40A1-AFAD-CFBA3CEB5176}" type="presParOf" srcId="{74B5CDBC-295F-4AF4-AD95-D494438646B8}" destId="{98702547-0898-45B9-9E79-E69C32ACF766}" srcOrd="3" destOrd="0" presId="urn:microsoft.com/office/officeart/2018/2/layout/IconLabelList"/>
    <dgm:cxn modelId="{2B3C5D0C-E253-4B26-8252-3872803B3906}" type="presParOf" srcId="{74B5CDBC-295F-4AF4-AD95-D494438646B8}" destId="{8E3C10FB-DAB1-44A7-AA7D-4AE404CF4D4C}" srcOrd="4" destOrd="0" presId="urn:microsoft.com/office/officeart/2018/2/layout/IconLabelList"/>
    <dgm:cxn modelId="{09C09E44-FFFB-40B3-A97C-2EA3B3C90928}" type="presParOf" srcId="{8E3C10FB-DAB1-44A7-AA7D-4AE404CF4D4C}" destId="{DB4DB16D-B3E5-484A-8EC6-6AD1C56CF8BC}" srcOrd="0" destOrd="0" presId="urn:microsoft.com/office/officeart/2018/2/layout/IconLabelList"/>
    <dgm:cxn modelId="{01C812C9-5C91-40B6-8C78-A913238DED18}" type="presParOf" srcId="{8E3C10FB-DAB1-44A7-AA7D-4AE404CF4D4C}" destId="{07407540-7586-4552-B396-D93049FDAB54}" srcOrd="1" destOrd="0" presId="urn:microsoft.com/office/officeart/2018/2/layout/IconLabelList"/>
    <dgm:cxn modelId="{FF100B9D-E748-4A71-95D5-D8939D42A582}" type="presParOf" srcId="{8E3C10FB-DAB1-44A7-AA7D-4AE404CF4D4C}" destId="{2BA1869B-18AD-4420-A81F-F508FC258DFB}" srcOrd="2" destOrd="0" presId="urn:microsoft.com/office/officeart/2018/2/layout/IconLabelList"/>
    <dgm:cxn modelId="{F252184A-E168-4138-B147-344D42F7096C}" type="presParOf" srcId="{74B5CDBC-295F-4AF4-AD95-D494438646B8}" destId="{0FAE726A-94D5-48CA-9CA0-DD84DA58F5F7}" srcOrd="5" destOrd="0" presId="urn:microsoft.com/office/officeart/2018/2/layout/IconLabelList"/>
    <dgm:cxn modelId="{628E5C96-0C1D-44C7-9510-D391E912FAC9}" type="presParOf" srcId="{74B5CDBC-295F-4AF4-AD95-D494438646B8}" destId="{09EC8CF3-56C0-444F-A71A-D2C47F93BC10}" srcOrd="6" destOrd="0" presId="urn:microsoft.com/office/officeart/2018/2/layout/IconLabelList"/>
    <dgm:cxn modelId="{49DB89E5-C20C-4134-8C4A-A8D6150DC02B}" type="presParOf" srcId="{09EC8CF3-56C0-444F-A71A-D2C47F93BC10}" destId="{7DA24EEC-78BD-4AB8-8F25-7A68875024C5}" srcOrd="0" destOrd="0" presId="urn:microsoft.com/office/officeart/2018/2/layout/IconLabelList"/>
    <dgm:cxn modelId="{B02CD364-3AF9-4935-AC2D-B124EA8A727D}" type="presParOf" srcId="{09EC8CF3-56C0-444F-A71A-D2C47F93BC10}" destId="{3148E3D1-B032-4AAB-8756-728102033BE9}" srcOrd="1" destOrd="0" presId="urn:microsoft.com/office/officeart/2018/2/layout/IconLabelList"/>
    <dgm:cxn modelId="{2C332A02-A251-4D75-9BA9-0471C1A970A3}" type="presParOf" srcId="{09EC8CF3-56C0-444F-A71A-D2C47F93BC10}" destId="{4236DE0D-36F7-44F4-B50E-79815C4D4660}" srcOrd="2" destOrd="0" presId="urn:microsoft.com/office/officeart/2018/2/layout/IconLabelList"/>
    <dgm:cxn modelId="{6BE6FDB5-2CC4-4500-99C0-CABE3680D137}" type="presParOf" srcId="{74B5CDBC-295F-4AF4-AD95-D494438646B8}" destId="{6FF5DEA6-9F88-40BB-BF04-96332D67AAD2}" srcOrd="7" destOrd="0" presId="urn:microsoft.com/office/officeart/2018/2/layout/IconLabelList"/>
    <dgm:cxn modelId="{8C072CA2-2A65-4195-A98F-476B29D877C1}" type="presParOf" srcId="{74B5CDBC-295F-4AF4-AD95-D494438646B8}" destId="{3142026C-25B4-4C68-BCAC-852E4E72F73C}" srcOrd="8" destOrd="0" presId="urn:microsoft.com/office/officeart/2018/2/layout/IconLabelList"/>
    <dgm:cxn modelId="{787E08ED-0446-4DE7-9AC4-14685DD53990}" type="presParOf" srcId="{3142026C-25B4-4C68-BCAC-852E4E72F73C}" destId="{8BE95840-C6FB-4217-856A-F45665271802}" srcOrd="0" destOrd="0" presId="urn:microsoft.com/office/officeart/2018/2/layout/IconLabelList"/>
    <dgm:cxn modelId="{9019C807-2765-4ECA-9D8B-FB5C66C895A5}" type="presParOf" srcId="{3142026C-25B4-4C68-BCAC-852E4E72F73C}" destId="{D4DB878B-0F8C-4260-B6C2-4C963E0B9C11}" srcOrd="1" destOrd="0" presId="urn:microsoft.com/office/officeart/2018/2/layout/IconLabelList"/>
    <dgm:cxn modelId="{14301CA3-D802-4CCE-BAEB-17B5E01C1F4E}" type="presParOf" srcId="{3142026C-25B4-4C68-BCAC-852E4E72F73C}" destId="{E59B9C9D-D455-405C-879B-5BC3B79A086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8199C5-8C16-46B1-B3C1-7A36B8118D6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4E9725-DD0F-4A5E-807F-32A6B4E1D45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Students have access to contents and watch outside of class time.</a:t>
          </a:r>
          <a:endParaRPr lang="en-US"/>
        </a:p>
      </dgm:t>
    </dgm:pt>
    <dgm:pt modelId="{124F4FDB-232C-40D5-93C8-C7DB0EA8A879}" type="parTrans" cxnId="{B0C4985D-0F70-4538-AFA1-9C2F240E374E}">
      <dgm:prSet/>
      <dgm:spPr/>
      <dgm:t>
        <a:bodyPr/>
        <a:lstStyle/>
        <a:p>
          <a:endParaRPr lang="en-US"/>
        </a:p>
      </dgm:t>
    </dgm:pt>
    <dgm:pt modelId="{47A3FDB8-5EBE-4AA5-A480-BB3DC9D7EAEA}" type="sibTrans" cxnId="{B0C4985D-0F70-4538-AFA1-9C2F240E374E}">
      <dgm:prSet/>
      <dgm:spPr/>
      <dgm:t>
        <a:bodyPr/>
        <a:lstStyle/>
        <a:p>
          <a:endParaRPr lang="en-US"/>
        </a:p>
      </dgm:t>
    </dgm:pt>
    <dgm:pt modelId="{9DC6F129-46DE-40AD-BB6C-4BC073DD6FD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Used for comprehension checks, discussion, and reinforcement of content.</a:t>
          </a:r>
          <a:endParaRPr lang="en-US"/>
        </a:p>
      </dgm:t>
    </dgm:pt>
    <dgm:pt modelId="{8ABFE9C0-B4E1-4597-8005-B5C306B01ABD}" type="parTrans" cxnId="{94900389-8E0C-447E-9C89-B1C9393DA6E7}">
      <dgm:prSet/>
      <dgm:spPr/>
      <dgm:t>
        <a:bodyPr/>
        <a:lstStyle/>
        <a:p>
          <a:endParaRPr lang="en-US"/>
        </a:p>
      </dgm:t>
    </dgm:pt>
    <dgm:pt modelId="{AA182850-75FF-4F72-BCCC-8D971CADADB2}" type="sibTrans" cxnId="{94900389-8E0C-447E-9C89-B1C9393DA6E7}">
      <dgm:prSet/>
      <dgm:spPr/>
      <dgm:t>
        <a:bodyPr/>
        <a:lstStyle/>
        <a:p>
          <a:endParaRPr lang="en-US"/>
        </a:p>
      </dgm:t>
    </dgm:pt>
    <dgm:pt modelId="{02AC3C99-F6DC-406F-B642-B171D3A0377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Enhances and varies the learning process, leads to better knowledge retention.</a:t>
          </a:r>
          <a:endParaRPr lang="en-US"/>
        </a:p>
      </dgm:t>
    </dgm:pt>
    <dgm:pt modelId="{19302CE8-7E5B-4FF0-A980-987930DC92D1}" type="parTrans" cxnId="{FBEBBF6F-E51D-47A9-94DB-9E0177AF50CE}">
      <dgm:prSet/>
      <dgm:spPr/>
      <dgm:t>
        <a:bodyPr/>
        <a:lstStyle/>
        <a:p>
          <a:endParaRPr lang="en-US"/>
        </a:p>
      </dgm:t>
    </dgm:pt>
    <dgm:pt modelId="{B0A99E51-7D67-4FD6-BD6E-3FA751EA8E43}" type="sibTrans" cxnId="{FBEBBF6F-E51D-47A9-94DB-9E0177AF50CE}">
      <dgm:prSet/>
      <dgm:spPr/>
      <dgm:t>
        <a:bodyPr/>
        <a:lstStyle/>
        <a:p>
          <a:endParaRPr lang="en-US"/>
        </a:p>
      </dgm:t>
    </dgm:pt>
    <dgm:pt modelId="{FAA0D4A6-2A68-445F-8F05-A34A3720E18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Provides more opportunities for student engagement with content.</a:t>
          </a:r>
          <a:endParaRPr lang="en-US"/>
        </a:p>
      </dgm:t>
    </dgm:pt>
    <dgm:pt modelId="{F369ECFC-E3A6-4FD4-9B56-775266A77E52}" type="parTrans" cxnId="{97438746-AA02-4936-B14F-0351021C572F}">
      <dgm:prSet/>
      <dgm:spPr/>
      <dgm:t>
        <a:bodyPr/>
        <a:lstStyle/>
        <a:p>
          <a:endParaRPr lang="en-US"/>
        </a:p>
      </dgm:t>
    </dgm:pt>
    <dgm:pt modelId="{2F65725E-CA63-41F7-9B41-19AAD61E3608}" type="sibTrans" cxnId="{97438746-AA02-4936-B14F-0351021C572F}">
      <dgm:prSet/>
      <dgm:spPr/>
      <dgm:t>
        <a:bodyPr/>
        <a:lstStyle/>
        <a:p>
          <a:endParaRPr lang="en-US"/>
        </a:p>
      </dgm:t>
    </dgm:pt>
    <dgm:pt modelId="{A97D0307-E848-4493-8481-871CE5510C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Promotes Remote Learning.</a:t>
          </a:r>
          <a:endParaRPr lang="en-US"/>
        </a:p>
      </dgm:t>
    </dgm:pt>
    <dgm:pt modelId="{2D5FBEA0-DD3A-4A6E-9E7F-94BFFA55E1BE}" type="parTrans" cxnId="{2A559183-FE7B-4859-8482-92F8D654A9E5}">
      <dgm:prSet/>
      <dgm:spPr/>
      <dgm:t>
        <a:bodyPr/>
        <a:lstStyle/>
        <a:p>
          <a:endParaRPr lang="en-US"/>
        </a:p>
      </dgm:t>
    </dgm:pt>
    <dgm:pt modelId="{893EB830-C53E-4A91-B597-54586B769306}" type="sibTrans" cxnId="{2A559183-FE7B-4859-8482-92F8D654A9E5}">
      <dgm:prSet/>
      <dgm:spPr/>
      <dgm:t>
        <a:bodyPr/>
        <a:lstStyle/>
        <a:p>
          <a:endParaRPr lang="en-US"/>
        </a:p>
      </dgm:t>
    </dgm:pt>
    <dgm:pt modelId="{E40AC8C2-3114-43FD-8D77-95ED9BC1E05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Demonstrate complex ideas.</a:t>
          </a:r>
          <a:endParaRPr lang="en-US"/>
        </a:p>
      </dgm:t>
    </dgm:pt>
    <dgm:pt modelId="{C73DA6D3-2BDE-4C74-9D70-F65858992EE1}" type="parTrans" cxnId="{96F84658-B14D-479F-A376-B5A705D82755}">
      <dgm:prSet/>
      <dgm:spPr/>
      <dgm:t>
        <a:bodyPr/>
        <a:lstStyle/>
        <a:p>
          <a:endParaRPr lang="en-US"/>
        </a:p>
      </dgm:t>
    </dgm:pt>
    <dgm:pt modelId="{1174329F-42C3-4CA0-ACAE-894F171E1A9D}" type="sibTrans" cxnId="{96F84658-B14D-479F-A376-B5A705D82755}">
      <dgm:prSet/>
      <dgm:spPr/>
      <dgm:t>
        <a:bodyPr/>
        <a:lstStyle/>
        <a:p>
          <a:endParaRPr lang="en-US"/>
        </a:p>
      </dgm:t>
    </dgm:pt>
    <dgm:pt modelId="{2C48D78E-6DAB-4CE2-9E39-313D04DE59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Pictures speak a thousand words.</a:t>
          </a:r>
          <a:endParaRPr lang="en-US"/>
        </a:p>
      </dgm:t>
    </dgm:pt>
    <dgm:pt modelId="{3B2B43F2-66D4-4441-984B-0C217A38783F}" type="parTrans" cxnId="{62610A15-EDA9-425A-A256-7EDBA67B1079}">
      <dgm:prSet/>
      <dgm:spPr/>
      <dgm:t>
        <a:bodyPr/>
        <a:lstStyle/>
        <a:p>
          <a:endParaRPr lang="en-US"/>
        </a:p>
      </dgm:t>
    </dgm:pt>
    <dgm:pt modelId="{05B04B34-513E-4DF8-9404-0A6839484876}" type="sibTrans" cxnId="{62610A15-EDA9-425A-A256-7EDBA67B1079}">
      <dgm:prSet/>
      <dgm:spPr/>
      <dgm:t>
        <a:bodyPr/>
        <a:lstStyle/>
        <a:p>
          <a:endParaRPr lang="en-US"/>
        </a:p>
      </dgm:t>
    </dgm:pt>
    <dgm:pt modelId="{004348D5-8DD0-4277-B2EE-435108EB65F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Helps overcome limitations of large class sizes and limited time.</a:t>
          </a:r>
          <a:endParaRPr lang="en-US"/>
        </a:p>
      </dgm:t>
    </dgm:pt>
    <dgm:pt modelId="{8125A6E6-6F61-4D14-87E0-7D7109332675}" type="parTrans" cxnId="{7077A2F9-0288-4678-B74B-9B7EF808ACE6}">
      <dgm:prSet/>
      <dgm:spPr/>
      <dgm:t>
        <a:bodyPr/>
        <a:lstStyle/>
        <a:p>
          <a:endParaRPr lang="en-US"/>
        </a:p>
      </dgm:t>
    </dgm:pt>
    <dgm:pt modelId="{6B116738-83C9-4B16-9080-6946BC854B73}" type="sibTrans" cxnId="{7077A2F9-0288-4678-B74B-9B7EF808ACE6}">
      <dgm:prSet/>
      <dgm:spPr/>
      <dgm:t>
        <a:bodyPr/>
        <a:lstStyle/>
        <a:p>
          <a:endParaRPr lang="en-US"/>
        </a:p>
      </dgm:t>
    </dgm:pt>
    <dgm:pt modelId="{5C96EBCE-D8CC-4E25-9B6B-90CDFF194952}" type="pres">
      <dgm:prSet presAssocID="{C48199C5-8C16-46B1-B3C1-7A36B8118D66}" presName="root" presStyleCnt="0">
        <dgm:presLayoutVars>
          <dgm:dir/>
          <dgm:resizeHandles val="exact"/>
        </dgm:presLayoutVars>
      </dgm:prSet>
      <dgm:spPr/>
    </dgm:pt>
    <dgm:pt modelId="{FBDC9159-7B79-4D06-BD0F-3B293D59C0F2}" type="pres">
      <dgm:prSet presAssocID="{8B4E9725-DD0F-4A5E-807F-32A6B4E1D456}" presName="compNode" presStyleCnt="0"/>
      <dgm:spPr/>
    </dgm:pt>
    <dgm:pt modelId="{DF360052-2AEE-48B4-96BC-D082C89E4BE1}" type="pres">
      <dgm:prSet presAssocID="{8B4E9725-DD0F-4A5E-807F-32A6B4E1D45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9255B20-CF86-4365-BF6D-C64B5CAE8841}" type="pres">
      <dgm:prSet presAssocID="{8B4E9725-DD0F-4A5E-807F-32A6B4E1D456}" presName="spaceRect" presStyleCnt="0"/>
      <dgm:spPr/>
    </dgm:pt>
    <dgm:pt modelId="{08E88B33-D858-4F98-8F22-649A32F00E03}" type="pres">
      <dgm:prSet presAssocID="{8B4E9725-DD0F-4A5E-807F-32A6B4E1D456}" presName="textRect" presStyleLbl="revTx" presStyleIdx="0" presStyleCnt="8">
        <dgm:presLayoutVars>
          <dgm:chMax val="1"/>
          <dgm:chPref val="1"/>
        </dgm:presLayoutVars>
      </dgm:prSet>
      <dgm:spPr/>
    </dgm:pt>
    <dgm:pt modelId="{5A5CAF6E-EAEE-42DD-A838-BB2D718211CD}" type="pres">
      <dgm:prSet presAssocID="{47A3FDB8-5EBE-4AA5-A480-BB3DC9D7EAEA}" presName="sibTrans" presStyleCnt="0"/>
      <dgm:spPr/>
    </dgm:pt>
    <dgm:pt modelId="{9FA105F0-AB41-4FC4-9962-079F444DC8AD}" type="pres">
      <dgm:prSet presAssocID="{9DC6F129-46DE-40AD-BB6C-4BC073DD6FDD}" presName="compNode" presStyleCnt="0"/>
      <dgm:spPr/>
    </dgm:pt>
    <dgm:pt modelId="{5A4BACA5-C62C-4D5B-9B38-06EE15BDBE66}" type="pres">
      <dgm:prSet presAssocID="{9DC6F129-46DE-40AD-BB6C-4BC073DD6FDD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2EB1EA4-D7A7-4D67-883A-116A64D71E39}" type="pres">
      <dgm:prSet presAssocID="{9DC6F129-46DE-40AD-BB6C-4BC073DD6FDD}" presName="spaceRect" presStyleCnt="0"/>
      <dgm:spPr/>
    </dgm:pt>
    <dgm:pt modelId="{CF40C4E9-5F00-43C1-9405-7F4D0D9C6CD1}" type="pres">
      <dgm:prSet presAssocID="{9DC6F129-46DE-40AD-BB6C-4BC073DD6FDD}" presName="textRect" presStyleLbl="revTx" presStyleIdx="1" presStyleCnt="8">
        <dgm:presLayoutVars>
          <dgm:chMax val="1"/>
          <dgm:chPref val="1"/>
        </dgm:presLayoutVars>
      </dgm:prSet>
      <dgm:spPr/>
    </dgm:pt>
    <dgm:pt modelId="{AEAB0991-2CFD-4FEE-8B85-3049324E3304}" type="pres">
      <dgm:prSet presAssocID="{AA182850-75FF-4F72-BCCC-8D971CADADB2}" presName="sibTrans" presStyleCnt="0"/>
      <dgm:spPr/>
    </dgm:pt>
    <dgm:pt modelId="{E302F72F-398D-47F0-9BB2-5F30F4251DA3}" type="pres">
      <dgm:prSet presAssocID="{02AC3C99-F6DC-406F-B642-B171D3A03770}" presName="compNode" presStyleCnt="0"/>
      <dgm:spPr/>
    </dgm:pt>
    <dgm:pt modelId="{3B6171DC-CB27-4384-8754-84711EF6D1AA}" type="pres">
      <dgm:prSet presAssocID="{02AC3C99-F6DC-406F-B642-B171D3A03770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A1FC70F0-CD68-4E3A-B93A-BF3A1E4A660F}" type="pres">
      <dgm:prSet presAssocID="{02AC3C99-F6DC-406F-B642-B171D3A03770}" presName="spaceRect" presStyleCnt="0"/>
      <dgm:spPr/>
    </dgm:pt>
    <dgm:pt modelId="{66ECCDD3-168E-402C-8B0B-302C7D5BF1CF}" type="pres">
      <dgm:prSet presAssocID="{02AC3C99-F6DC-406F-B642-B171D3A03770}" presName="textRect" presStyleLbl="revTx" presStyleIdx="2" presStyleCnt="8">
        <dgm:presLayoutVars>
          <dgm:chMax val="1"/>
          <dgm:chPref val="1"/>
        </dgm:presLayoutVars>
      </dgm:prSet>
      <dgm:spPr/>
    </dgm:pt>
    <dgm:pt modelId="{A565B372-E93B-4A22-AE9D-58A8DDD1F716}" type="pres">
      <dgm:prSet presAssocID="{B0A99E51-7D67-4FD6-BD6E-3FA751EA8E43}" presName="sibTrans" presStyleCnt="0"/>
      <dgm:spPr/>
    </dgm:pt>
    <dgm:pt modelId="{F37D56DD-C3DE-4232-AC92-B092D1D6955F}" type="pres">
      <dgm:prSet presAssocID="{FAA0D4A6-2A68-445F-8F05-A34A3720E189}" presName="compNode" presStyleCnt="0"/>
      <dgm:spPr/>
    </dgm:pt>
    <dgm:pt modelId="{35E74A6C-98AD-49D4-9D4D-A0FE33C672C2}" type="pres">
      <dgm:prSet presAssocID="{FAA0D4A6-2A68-445F-8F05-A34A3720E189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70BD6C3-A4EC-4B4A-8745-2BAA75C9EF54}" type="pres">
      <dgm:prSet presAssocID="{FAA0D4A6-2A68-445F-8F05-A34A3720E189}" presName="spaceRect" presStyleCnt="0"/>
      <dgm:spPr/>
    </dgm:pt>
    <dgm:pt modelId="{08AAE202-C1E9-478D-993B-8F7D3DF7FAD8}" type="pres">
      <dgm:prSet presAssocID="{FAA0D4A6-2A68-445F-8F05-A34A3720E189}" presName="textRect" presStyleLbl="revTx" presStyleIdx="3" presStyleCnt="8">
        <dgm:presLayoutVars>
          <dgm:chMax val="1"/>
          <dgm:chPref val="1"/>
        </dgm:presLayoutVars>
      </dgm:prSet>
      <dgm:spPr/>
    </dgm:pt>
    <dgm:pt modelId="{143C27AA-F663-4419-8FBA-27812646D878}" type="pres">
      <dgm:prSet presAssocID="{2F65725E-CA63-41F7-9B41-19AAD61E3608}" presName="sibTrans" presStyleCnt="0"/>
      <dgm:spPr/>
    </dgm:pt>
    <dgm:pt modelId="{B6021229-E4B1-40BC-A1A9-8C3AE919705A}" type="pres">
      <dgm:prSet presAssocID="{A97D0307-E848-4493-8481-871CE5510C81}" presName="compNode" presStyleCnt="0"/>
      <dgm:spPr/>
    </dgm:pt>
    <dgm:pt modelId="{59A3C44E-D89D-4A01-831D-8D2C6D6752EA}" type="pres">
      <dgm:prSet presAssocID="{A97D0307-E848-4493-8481-871CE5510C81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0A017156-8FDF-447B-A504-D549234790B5}" type="pres">
      <dgm:prSet presAssocID="{A97D0307-E848-4493-8481-871CE5510C81}" presName="spaceRect" presStyleCnt="0"/>
      <dgm:spPr/>
    </dgm:pt>
    <dgm:pt modelId="{D2DF7C3F-625D-4F5A-ADE1-47DE29523E72}" type="pres">
      <dgm:prSet presAssocID="{A97D0307-E848-4493-8481-871CE5510C81}" presName="textRect" presStyleLbl="revTx" presStyleIdx="4" presStyleCnt="8">
        <dgm:presLayoutVars>
          <dgm:chMax val="1"/>
          <dgm:chPref val="1"/>
        </dgm:presLayoutVars>
      </dgm:prSet>
      <dgm:spPr/>
    </dgm:pt>
    <dgm:pt modelId="{AE9C6CF2-87DD-4283-BD51-F9C59FF5B0E2}" type="pres">
      <dgm:prSet presAssocID="{893EB830-C53E-4A91-B597-54586B769306}" presName="sibTrans" presStyleCnt="0"/>
      <dgm:spPr/>
    </dgm:pt>
    <dgm:pt modelId="{627DD8B0-3EA4-4FFE-8426-3DDC12DE4E73}" type="pres">
      <dgm:prSet presAssocID="{E40AC8C2-3114-43FD-8D77-95ED9BC1E056}" presName="compNode" presStyleCnt="0"/>
      <dgm:spPr/>
    </dgm:pt>
    <dgm:pt modelId="{6E931E86-CD0C-403F-A017-8412DCFDEEB1}" type="pres">
      <dgm:prSet presAssocID="{E40AC8C2-3114-43FD-8D77-95ED9BC1E056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855DD6EF-4363-48A6-B731-EDDD93550698}" type="pres">
      <dgm:prSet presAssocID="{E40AC8C2-3114-43FD-8D77-95ED9BC1E056}" presName="spaceRect" presStyleCnt="0"/>
      <dgm:spPr/>
    </dgm:pt>
    <dgm:pt modelId="{306E5C36-15B5-49EE-8CBE-7742537725E3}" type="pres">
      <dgm:prSet presAssocID="{E40AC8C2-3114-43FD-8D77-95ED9BC1E056}" presName="textRect" presStyleLbl="revTx" presStyleIdx="5" presStyleCnt="8">
        <dgm:presLayoutVars>
          <dgm:chMax val="1"/>
          <dgm:chPref val="1"/>
        </dgm:presLayoutVars>
      </dgm:prSet>
      <dgm:spPr/>
    </dgm:pt>
    <dgm:pt modelId="{8F2A1F49-2AA7-4CF2-A606-64F29B5A8BDD}" type="pres">
      <dgm:prSet presAssocID="{1174329F-42C3-4CA0-ACAE-894F171E1A9D}" presName="sibTrans" presStyleCnt="0"/>
      <dgm:spPr/>
    </dgm:pt>
    <dgm:pt modelId="{83478A55-7920-4D49-BC43-6C3300935296}" type="pres">
      <dgm:prSet presAssocID="{2C48D78E-6DAB-4CE2-9E39-313D04DE5987}" presName="compNode" presStyleCnt="0"/>
      <dgm:spPr/>
    </dgm:pt>
    <dgm:pt modelId="{C19E9505-74E6-4BD7-8318-BC9282E88722}" type="pres">
      <dgm:prSet presAssocID="{2C48D78E-6DAB-4CE2-9E39-313D04DE5987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BCD3CEFB-E75C-4293-8C01-C39F7FF6BC6D}" type="pres">
      <dgm:prSet presAssocID="{2C48D78E-6DAB-4CE2-9E39-313D04DE5987}" presName="spaceRect" presStyleCnt="0"/>
      <dgm:spPr/>
    </dgm:pt>
    <dgm:pt modelId="{43CCD386-0D27-41B4-8EDA-05C34FC5CF03}" type="pres">
      <dgm:prSet presAssocID="{2C48D78E-6DAB-4CE2-9E39-313D04DE5987}" presName="textRect" presStyleLbl="revTx" presStyleIdx="6" presStyleCnt="8">
        <dgm:presLayoutVars>
          <dgm:chMax val="1"/>
          <dgm:chPref val="1"/>
        </dgm:presLayoutVars>
      </dgm:prSet>
      <dgm:spPr/>
    </dgm:pt>
    <dgm:pt modelId="{5639DA37-DE7A-4714-ADE0-F4660FF61385}" type="pres">
      <dgm:prSet presAssocID="{05B04B34-513E-4DF8-9404-0A6839484876}" presName="sibTrans" presStyleCnt="0"/>
      <dgm:spPr/>
    </dgm:pt>
    <dgm:pt modelId="{5A109E1B-2235-4063-9E54-467380B44F1F}" type="pres">
      <dgm:prSet presAssocID="{004348D5-8DD0-4277-B2EE-435108EB65F5}" presName="compNode" presStyleCnt="0"/>
      <dgm:spPr/>
    </dgm:pt>
    <dgm:pt modelId="{D550D770-30D8-4F6A-B845-264BD6725120}" type="pres">
      <dgm:prSet presAssocID="{004348D5-8DD0-4277-B2EE-435108EB65F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EAF41794-5D8C-4EF9-B4F4-FAD5F25CC477}" type="pres">
      <dgm:prSet presAssocID="{004348D5-8DD0-4277-B2EE-435108EB65F5}" presName="spaceRect" presStyleCnt="0"/>
      <dgm:spPr/>
    </dgm:pt>
    <dgm:pt modelId="{673431CB-BA36-4E8F-81C5-04F7037C82C2}" type="pres">
      <dgm:prSet presAssocID="{004348D5-8DD0-4277-B2EE-435108EB65F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62610A15-EDA9-425A-A256-7EDBA67B1079}" srcId="{C48199C5-8C16-46B1-B3C1-7A36B8118D66}" destId="{2C48D78E-6DAB-4CE2-9E39-313D04DE5987}" srcOrd="6" destOrd="0" parTransId="{3B2B43F2-66D4-4441-984B-0C217A38783F}" sibTransId="{05B04B34-513E-4DF8-9404-0A6839484876}"/>
    <dgm:cxn modelId="{97278C3E-F334-411E-BCC6-B9E2CCAA8359}" type="presOf" srcId="{FAA0D4A6-2A68-445F-8F05-A34A3720E189}" destId="{08AAE202-C1E9-478D-993B-8F7D3DF7FAD8}" srcOrd="0" destOrd="0" presId="urn:microsoft.com/office/officeart/2018/2/layout/IconLabelList"/>
    <dgm:cxn modelId="{B0C4985D-0F70-4538-AFA1-9C2F240E374E}" srcId="{C48199C5-8C16-46B1-B3C1-7A36B8118D66}" destId="{8B4E9725-DD0F-4A5E-807F-32A6B4E1D456}" srcOrd="0" destOrd="0" parTransId="{124F4FDB-232C-40D5-93C8-C7DB0EA8A879}" sibTransId="{47A3FDB8-5EBE-4AA5-A480-BB3DC9D7EAEA}"/>
    <dgm:cxn modelId="{FECC8161-8BCA-4905-A193-E46BD741E8EB}" type="presOf" srcId="{E40AC8C2-3114-43FD-8D77-95ED9BC1E056}" destId="{306E5C36-15B5-49EE-8CBE-7742537725E3}" srcOrd="0" destOrd="0" presId="urn:microsoft.com/office/officeart/2018/2/layout/IconLabelList"/>
    <dgm:cxn modelId="{97438746-AA02-4936-B14F-0351021C572F}" srcId="{C48199C5-8C16-46B1-B3C1-7A36B8118D66}" destId="{FAA0D4A6-2A68-445F-8F05-A34A3720E189}" srcOrd="3" destOrd="0" parTransId="{F369ECFC-E3A6-4FD4-9B56-775266A77E52}" sibTransId="{2F65725E-CA63-41F7-9B41-19AAD61E3608}"/>
    <dgm:cxn modelId="{FBEBBF6F-E51D-47A9-94DB-9E0177AF50CE}" srcId="{C48199C5-8C16-46B1-B3C1-7A36B8118D66}" destId="{02AC3C99-F6DC-406F-B642-B171D3A03770}" srcOrd="2" destOrd="0" parTransId="{19302CE8-7E5B-4FF0-A980-987930DC92D1}" sibTransId="{B0A99E51-7D67-4FD6-BD6E-3FA751EA8E43}"/>
    <dgm:cxn modelId="{2BCC0878-ECB0-4910-A5BC-1982988DF87F}" type="presOf" srcId="{02AC3C99-F6DC-406F-B642-B171D3A03770}" destId="{66ECCDD3-168E-402C-8B0B-302C7D5BF1CF}" srcOrd="0" destOrd="0" presId="urn:microsoft.com/office/officeart/2018/2/layout/IconLabelList"/>
    <dgm:cxn modelId="{96F84658-B14D-479F-A376-B5A705D82755}" srcId="{C48199C5-8C16-46B1-B3C1-7A36B8118D66}" destId="{E40AC8C2-3114-43FD-8D77-95ED9BC1E056}" srcOrd="5" destOrd="0" parTransId="{C73DA6D3-2BDE-4C74-9D70-F65858992EE1}" sibTransId="{1174329F-42C3-4CA0-ACAE-894F171E1A9D}"/>
    <dgm:cxn modelId="{2A559183-FE7B-4859-8482-92F8D654A9E5}" srcId="{C48199C5-8C16-46B1-B3C1-7A36B8118D66}" destId="{A97D0307-E848-4493-8481-871CE5510C81}" srcOrd="4" destOrd="0" parTransId="{2D5FBEA0-DD3A-4A6E-9E7F-94BFFA55E1BE}" sibTransId="{893EB830-C53E-4A91-B597-54586B769306}"/>
    <dgm:cxn modelId="{94900389-8E0C-447E-9C89-B1C9393DA6E7}" srcId="{C48199C5-8C16-46B1-B3C1-7A36B8118D66}" destId="{9DC6F129-46DE-40AD-BB6C-4BC073DD6FDD}" srcOrd="1" destOrd="0" parTransId="{8ABFE9C0-B4E1-4597-8005-B5C306B01ABD}" sibTransId="{AA182850-75FF-4F72-BCCC-8D971CADADB2}"/>
    <dgm:cxn modelId="{A0665695-F95F-48FF-8A14-138230D51389}" type="presOf" srcId="{A97D0307-E848-4493-8481-871CE5510C81}" destId="{D2DF7C3F-625D-4F5A-ADE1-47DE29523E72}" srcOrd="0" destOrd="0" presId="urn:microsoft.com/office/officeart/2018/2/layout/IconLabelList"/>
    <dgm:cxn modelId="{83849496-62C1-402E-A0D9-B9EF8C7A00BE}" type="presOf" srcId="{C48199C5-8C16-46B1-B3C1-7A36B8118D66}" destId="{5C96EBCE-D8CC-4E25-9B6B-90CDFF194952}" srcOrd="0" destOrd="0" presId="urn:microsoft.com/office/officeart/2018/2/layout/IconLabelList"/>
    <dgm:cxn modelId="{AC3EC6A8-4522-4598-860C-2CCA95E11D06}" type="presOf" srcId="{8B4E9725-DD0F-4A5E-807F-32A6B4E1D456}" destId="{08E88B33-D858-4F98-8F22-649A32F00E03}" srcOrd="0" destOrd="0" presId="urn:microsoft.com/office/officeart/2018/2/layout/IconLabelList"/>
    <dgm:cxn modelId="{47AC14B2-8C1A-445E-BD68-7428120216BF}" type="presOf" srcId="{2C48D78E-6DAB-4CE2-9E39-313D04DE5987}" destId="{43CCD386-0D27-41B4-8EDA-05C34FC5CF03}" srcOrd="0" destOrd="0" presId="urn:microsoft.com/office/officeart/2018/2/layout/IconLabelList"/>
    <dgm:cxn modelId="{379D87B6-3EFD-463D-A479-96F50E7D93EB}" type="presOf" srcId="{004348D5-8DD0-4277-B2EE-435108EB65F5}" destId="{673431CB-BA36-4E8F-81C5-04F7037C82C2}" srcOrd="0" destOrd="0" presId="urn:microsoft.com/office/officeart/2018/2/layout/IconLabelList"/>
    <dgm:cxn modelId="{1274ACE4-C386-40B1-B3C9-4B4309C27DDA}" type="presOf" srcId="{9DC6F129-46DE-40AD-BB6C-4BC073DD6FDD}" destId="{CF40C4E9-5F00-43C1-9405-7F4D0D9C6CD1}" srcOrd="0" destOrd="0" presId="urn:microsoft.com/office/officeart/2018/2/layout/IconLabelList"/>
    <dgm:cxn modelId="{7077A2F9-0288-4678-B74B-9B7EF808ACE6}" srcId="{C48199C5-8C16-46B1-B3C1-7A36B8118D66}" destId="{004348D5-8DD0-4277-B2EE-435108EB65F5}" srcOrd="7" destOrd="0" parTransId="{8125A6E6-6F61-4D14-87E0-7D7109332675}" sibTransId="{6B116738-83C9-4B16-9080-6946BC854B73}"/>
    <dgm:cxn modelId="{71612385-0331-4F7E-A2B3-5837FC22AE37}" type="presParOf" srcId="{5C96EBCE-D8CC-4E25-9B6B-90CDFF194952}" destId="{FBDC9159-7B79-4D06-BD0F-3B293D59C0F2}" srcOrd="0" destOrd="0" presId="urn:microsoft.com/office/officeart/2018/2/layout/IconLabelList"/>
    <dgm:cxn modelId="{455E408C-531B-45FA-8D39-2B0B4FDBB3E8}" type="presParOf" srcId="{FBDC9159-7B79-4D06-BD0F-3B293D59C0F2}" destId="{DF360052-2AEE-48B4-96BC-D082C89E4BE1}" srcOrd="0" destOrd="0" presId="urn:microsoft.com/office/officeart/2018/2/layout/IconLabelList"/>
    <dgm:cxn modelId="{FE2DCCAB-CC25-429D-A506-47FBF63BC546}" type="presParOf" srcId="{FBDC9159-7B79-4D06-BD0F-3B293D59C0F2}" destId="{49255B20-CF86-4365-BF6D-C64B5CAE8841}" srcOrd="1" destOrd="0" presId="urn:microsoft.com/office/officeart/2018/2/layout/IconLabelList"/>
    <dgm:cxn modelId="{9A7E1EB9-B985-4E17-8664-931E52E7BD22}" type="presParOf" srcId="{FBDC9159-7B79-4D06-BD0F-3B293D59C0F2}" destId="{08E88B33-D858-4F98-8F22-649A32F00E03}" srcOrd="2" destOrd="0" presId="urn:microsoft.com/office/officeart/2018/2/layout/IconLabelList"/>
    <dgm:cxn modelId="{CBF44500-AA5F-4065-B173-FC0A6A7A9213}" type="presParOf" srcId="{5C96EBCE-D8CC-4E25-9B6B-90CDFF194952}" destId="{5A5CAF6E-EAEE-42DD-A838-BB2D718211CD}" srcOrd="1" destOrd="0" presId="urn:microsoft.com/office/officeart/2018/2/layout/IconLabelList"/>
    <dgm:cxn modelId="{D5007E2C-E3C4-4DEA-865E-7F4708C83B3F}" type="presParOf" srcId="{5C96EBCE-D8CC-4E25-9B6B-90CDFF194952}" destId="{9FA105F0-AB41-4FC4-9962-079F444DC8AD}" srcOrd="2" destOrd="0" presId="urn:microsoft.com/office/officeart/2018/2/layout/IconLabelList"/>
    <dgm:cxn modelId="{B06B9C36-9CBB-4524-BD7B-91199A3E49E5}" type="presParOf" srcId="{9FA105F0-AB41-4FC4-9962-079F444DC8AD}" destId="{5A4BACA5-C62C-4D5B-9B38-06EE15BDBE66}" srcOrd="0" destOrd="0" presId="urn:microsoft.com/office/officeart/2018/2/layout/IconLabelList"/>
    <dgm:cxn modelId="{0F23AF56-6DE4-4D88-90A0-0C9B953A1282}" type="presParOf" srcId="{9FA105F0-AB41-4FC4-9962-079F444DC8AD}" destId="{92EB1EA4-D7A7-4D67-883A-116A64D71E39}" srcOrd="1" destOrd="0" presId="urn:microsoft.com/office/officeart/2018/2/layout/IconLabelList"/>
    <dgm:cxn modelId="{B820D172-2577-4C74-B65D-D2487C07D7C9}" type="presParOf" srcId="{9FA105F0-AB41-4FC4-9962-079F444DC8AD}" destId="{CF40C4E9-5F00-43C1-9405-7F4D0D9C6CD1}" srcOrd="2" destOrd="0" presId="urn:microsoft.com/office/officeart/2018/2/layout/IconLabelList"/>
    <dgm:cxn modelId="{D7AF8B62-6B50-48B7-A3EB-56736E76E705}" type="presParOf" srcId="{5C96EBCE-D8CC-4E25-9B6B-90CDFF194952}" destId="{AEAB0991-2CFD-4FEE-8B85-3049324E3304}" srcOrd="3" destOrd="0" presId="urn:microsoft.com/office/officeart/2018/2/layout/IconLabelList"/>
    <dgm:cxn modelId="{E8B15101-0109-4E87-B086-24A1D2FDB1D4}" type="presParOf" srcId="{5C96EBCE-D8CC-4E25-9B6B-90CDFF194952}" destId="{E302F72F-398D-47F0-9BB2-5F30F4251DA3}" srcOrd="4" destOrd="0" presId="urn:microsoft.com/office/officeart/2018/2/layout/IconLabelList"/>
    <dgm:cxn modelId="{073B0F61-F280-4A73-B0A5-56FDBC9051C8}" type="presParOf" srcId="{E302F72F-398D-47F0-9BB2-5F30F4251DA3}" destId="{3B6171DC-CB27-4384-8754-84711EF6D1AA}" srcOrd="0" destOrd="0" presId="urn:microsoft.com/office/officeart/2018/2/layout/IconLabelList"/>
    <dgm:cxn modelId="{C68658F2-1FEB-4399-A931-1F7CEBBD2001}" type="presParOf" srcId="{E302F72F-398D-47F0-9BB2-5F30F4251DA3}" destId="{A1FC70F0-CD68-4E3A-B93A-BF3A1E4A660F}" srcOrd="1" destOrd="0" presId="urn:microsoft.com/office/officeart/2018/2/layout/IconLabelList"/>
    <dgm:cxn modelId="{EF60FE49-8BE0-436C-9942-EE250490D659}" type="presParOf" srcId="{E302F72F-398D-47F0-9BB2-5F30F4251DA3}" destId="{66ECCDD3-168E-402C-8B0B-302C7D5BF1CF}" srcOrd="2" destOrd="0" presId="urn:microsoft.com/office/officeart/2018/2/layout/IconLabelList"/>
    <dgm:cxn modelId="{F2429A38-DB01-429C-B3EB-317007945A3F}" type="presParOf" srcId="{5C96EBCE-D8CC-4E25-9B6B-90CDFF194952}" destId="{A565B372-E93B-4A22-AE9D-58A8DDD1F716}" srcOrd="5" destOrd="0" presId="urn:microsoft.com/office/officeart/2018/2/layout/IconLabelList"/>
    <dgm:cxn modelId="{DD94D5B3-E710-4411-BD20-3BBB318F95BC}" type="presParOf" srcId="{5C96EBCE-D8CC-4E25-9B6B-90CDFF194952}" destId="{F37D56DD-C3DE-4232-AC92-B092D1D6955F}" srcOrd="6" destOrd="0" presId="urn:microsoft.com/office/officeart/2018/2/layout/IconLabelList"/>
    <dgm:cxn modelId="{C779CEE7-0B15-4DB6-AF8B-793148A7DA94}" type="presParOf" srcId="{F37D56DD-C3DE-4232-AC92-B092D1D6955F}" destId="{35E74A6C-98AD-49D4-9D4D-A0FE33C672C2}" srcOrd="0" destOrd="0" presId="urn:microsoft.com/office/officeart/2018/2/layout/IconLabelList"/>
    <dgm:cxn modelId="{74C38013-FC26-48C8-8642-182761643B60}" type="presParOf" srcId="{F37D56DD-C3DE-4232-AC92-B092D1D6955F}" destId="{470BD6C3-A4EC-4B4A-8745-2BAA75C9EF54}" srcOrd="1" destOrd="0" presId="urn:microsoft.com/office/officeart/2018/2/layout/IconLabelList"/>
    <dgm:cxn modelId="{8BDD20B7-462D-40C5-9C03-BD0D12E3A681}" type="presParOf" srcId="{F37D56DD-C3DE-4232-AC92-B092D1D6955F}" destId="{08AAE202-C1E9-478D-993B-8F7D3DF7FAD8}" srcOrd="2" destOrd="0" presId="urn:microsoft.com/office/officeart/2018/2/layout/IconLabelList"/>
    <dgm:cxn modelId="{FBD3D985-7F02-4B91-A3CB-F8F57E115BC5}" type="presParOf" srcId="{5C96EBCE-D8CC-4E25-9B6B-90CDFF194952}" destId="{143C27AA-F663-4419-8FBA-27812646D878}" srcOrd="7" destOrd="0" presId="urn:microsoft.com/office/officeart/2018/2/layout/IconLabelList"/>
    <dgm:cxn modelId="{500425BF-AD75-4B9A-A8D9-5D80164E8397}" type="presParOf" srcId="{5C96EBCE-D8CC-4E25-9B6B-90CDFF194952}" destId="{B6021229-E4B1-40BC-A1A9-8C3AE919705A}" srcOrd="8" destOrd="0" presId="urn:microsoft.com/office/officeart/2018/2/layout/IconLabelList"/>
    <dgm:cxn modelId="{1527425B-EFA8-439E-A70E-DB6F5965D09A}" type="presParOf" srcId="{B6021229-E4B1-40BC-A1A9-8C3AE919705A}" destId="{59A3C44E-D89D-4A01-831D-8D2C6D6752EA}" srcOrd="0" destOrd="0" presId="urn:microsoft.com/office/officeart/2018/2/layout/IconLabelList"/>
    <dgm:cxn modelId="{841F5DB8-5DD0-40F0-9A33-D4C88278580E}" type="presParOf" srcId="{B6021229-E4B1-40BC-A1A9-8C3AE919705A}" destId="{0A017156-8FDF-447B-A504-D549234790B5}" srcOrd="1" destOrd="0" presId="urn:microsoft.com/office/officeart/2018/2/layout/IconLabelList"/>
    <dgm:cxn modelId="{C6FBFEA2-D0E5-4B73-9459-88C91F0D51D8}" type="presParOf" srcId="{B6021229-E4B1-40BC-A1A9-8C3AE919705A}" destId="{D2DF7C3F-625D-4F5A-ADE1-47DE29523E72}" srcOrd="2" destOrd="0" presId="urn:microsoft.com/office/officeart/2018/2/layout/IconLabelList"/>
    <dgm:cxn modelId="{931E53BE-A9A1-4BCF-8570-4ED76FDE1E2F}" type="presParOf" srcId="{5C96EBCE-D8CC-4E25-9B6B-90CDFF194952}" destId="{AE9C6CF2-87DD-4283-BD51-F9C59FF5B0E2}" srcOrd="9" destOrd="0" presId="urn:microsoft.com/office/officeart/2018/2/layout/IconLabelList"/>
    <dgm:cxn modelId="{C354F938-CA7A-452E-9B8C-2F7CE41CF171}" type="presParOf" srcId="{5C96EBCE-D8CC-4E25-9B6B-90CDFF194952}" destId="{627DD8B0-3EA4-4FFE-8426-3DDC12DE4E73}" srcOrd="10" destOrd="0" presId="urn:microsoft.com/office/officeart/2018/2/layout/IconLabelList"/>
    <dgm:cxn modelId="{6B7735DF-DBDC-4D69-8E7E-0D4CF5FB45D1}" type="presParOf" srcId="{627DD8B0-3EA4-4FFE-8426-3DDC12DE4E73}" destId="{6E931E86-CD0C-403F-A017-8412DCFDEEB1}" srcOrd="0" destOrd="0" presId="urn:microsoft.com/office/officeart/2018/2/layout/IconLabelList"/>
    <dgm:cxn modelId="{3890B550-6492-4226-8ED3-800FFC699E08}" type="presParOf" srcId="{627DD8B0-3EA4-4FFE-8426-3DDC12DE4E73}" destId="{855DD6EF-4363-48A6-B731-EDDD93550698}" srcOrd="1" destOrd="0" presId="urn:microsoft.com/office/officeart/2018/2/layout/IconLabelList"/>
    <dgm:cxn modelId="{6483F17D-8B76-415F-9BB3-7C2A9341C124}" type="presParOf" srcId="{627DD8B0-3EA4-4FFE-8426-3DDC12DE4E73}" destId="{306E5C36-15B5-49EE-8CBE-7742537725E3}" srcOrd="2" destOrd="0" presId="urn:microsoft.com/office/officeart/2018/2/layout/IconLabelList"/>
    <dgm:cxn modelId="{D856E16C-11E9-4E95-8E2D-A8C3A352CD15}" type="presParOf" srcId="{5C96EBCE-D8CC-4E25-9B6B-90CDFF194952}" destId="{8F2A1F49-2AA7-4CF2-A606-64F29B5A8BDD}" srcOrd="11" destOrd="0" presId="urn:microsoft.com/office/officeart/2018/2/layout/IconLabelList"/>
    <dgm:cxn modelId="{0846A5C0-397D-4394-B2F3-3A0BFB345129}" type="presParOf" srcId="{5C96EBCE-D8CC-4E25-9B6B-90CDFF194952}" destId="{83478A55-7920-4D49-BC43-6C3300935296}" srcOrd="12" destOrd="0" presId="urn:microsoft.com/office/officeart/2018/2/layout/IconLabelList"/>
    <dgm:cxn modelId="{A2B61154-3117-4D75-BF2F-60BDC5E6B905}" type="presParOf" srcId="{83478A55-7920-4D49-BC43-6C3300935296}" destId="{C19E9505-74E6-4BD7-8318-BC9282E88722}" srcOrd="0" destOrd="0" presId="urn:microsoft.com/office/officeart/2018/2/layout/IconLabelList"/>
    <dgm:cxn modelId="{FFE4B327-56C1-4134-B1CD-1F0BBA2EFFC9}" type="presParOf" srcId="{83478A55-7920-4D49-BC43-6C3300935296}" destId="{BCD3CEFB-E75C-4293-8C01-C39F7FF6BC6D}" srcOrd="1" destOrd="0" presId="urn:microsoft.com/office/officeart/2018/2/layout/IconLabelList"/>
    <dgm:cxn modelId="{78F0E6E3-3DE7-4B84-B0B0-356D995C04B0}" type="presParOf" srcId="{83478A55-7920-4D49-BC43-6C3300935296}" destId="{43CCD386-0D27-41B4-8EDA-05C34FC5CF03}" srcOrd="2" destOrd="0" presId="urn:microsoft.com/office/officeart/2018/2/layout/IconLabelList"/>
    <dgm:cxn modelId="{DC7A7C60-9689-4AEC-A44A-8728AC69CBBA}" type="presParOf" srcId="{5C96EBCE-D8CC-4E25-9B6B-90CDFF194952}" destId="{5639DA37-DE7A-4714-ADE0-F4660FF61385}" srcOrd="13" destOrd="0" presId="urn:microsoft.com/office/officeart/2018/2/layout/IconLabelList"/>
    <dgm:cxn modelId="{622A1A1E-BAD7-4DCD-B423-8D436B6B7047}" type="presParOf" srcId="{5C96EBCE-D8CC-4E25-9B6B-90CDFF194952}" destId="{5A109E1B-2235-4063-9E54-467380B44F1F}" srcOrd="14" destOrd="0" presId="urn:microsoft.com/office/officeart/2018/2/layout/IconLabelList"/>
    <dgm:cxn modelId="{0A8788D1-4026-4302-ACE5-C86CA568EAC6}" type="presParOf" srcId="{5A109E1B-2235-4063-9E54-467380B44F1F}" destId="{D550D770-30D8-4F6A-B845-264BD6725120}" srcOrd="0" destOrd="0" presId="urn:microsoft.com/office/officeart/2018/2/layout/IconLabelList"/>
    <dgm:cxn modelId="{381A9B02-8BC5-43C1-A5A3-D1AFF1349E39}" type="presParOf" srcId="{5A109E1B-2235-4063-9E54-467380B44F1F}" destId="{EAF41794-5D8C-4EF9-B4F4-FAD5F25CC477}" srcOrd="1" destOrd="0" presId="urn:microsoft.com/office/officeart/2018/2/layout/IconLabelList"/>
    <dgm:cxn modelId="{F9B89FD6-5626-4E9B-A3D3-D1C5D37EB315}" type="presParOf" srcId="{5A109E1B-2235-4063-9E54-467380B44F1F}" destId="{673431CB-BA36-4E8F-81C5-04F7037C82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A9610F-8163-4464-A80C-CEC283F7570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E79AEE-0E87-4651-BA5C-88A831D54FB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 supplement materials for students. More resources for explorers and assessments.</a:t>
          </a:r>
          <a:endParaRPr lang="en-US"/>
        </a:p>
      </dgm:t>
    </dgm:pt>
    <dgm:pt modelId="{C3F07E36-C2DC-48E1-8213-FF926B5F6840}" type="parTrans" cxnId="{CEB4451F-6253-43E8-81D4-0B980D666FC2}">
      <dgm:prSet/>
      <dgm:spPr/>
      <dgm:t>
        <a:bodyPr/>
        <a:lstStyle/>
        <a:p>
          <a:endParaRPr lang="en-US"/>
        </a:p>
      </dgm:t>
    </dgm:pt>
    <dgm:pt modelId="{3C60E943-A688-438C-AEA6-9C53BB3CA051}" type="sibTrans" cxnId="{CEB4451F-6253-43E8-81D4-0B980D666FC2}">
      <dgm:prSet/>
      <dgm:spPr/>
      <dgm:t>
        <a:bodyPr/>
        <a:lstStyle/>
        <a:p>
          <a:endParaRPr lang="en-US"/>
        </a:p>
      </dgm:t>
    </dgm:pt>
    <dgm:pt modelId="{5D13CF0A-BA80-4B9D-93CB-3EB452D2F7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Flipped course: where student absorb new material largely outside of class time.</a:t>
          </a:r>
          <a:endParaRPr lang="en-US"/>
        </a:p>
      </dgm:t>
    </dgm:pt>
    <dgm:pt modelId="{B188817E-7589-410C-AFBD-6AF8C05D66CC}" type="parTrans" cxnId="{1F8131B1-9981-4B53-8E9F-B58BDDCD30BA}">
      <dgm:prSet/>
      <dgm:spPr/>
      <dgm:t>
        <a:bodyPr/>
        <a:lstStyle/>
        <a:p>
          <a:endParaRPr lang="en-US"/>
        </a:p>
      </dgm:t>
    </dgm:pt>
    <dgm:pt modelId="{0E969685-0C50-461A-ACCC-6CCF0FCCB223}" type="sibTrans" cxnId="{1F8131B1-9981-4B53-8E9F-B58BDDCD30BA}">
      <dgm:prSet/>
      <dgm:spPr/>
      <dgm:t>
        <a:bodyPr/>
        <a:lstStyle/>
        <a:p>
          <a:endParaRPr lang="en-US"/>
        </a:p>
      </dgm:t>
    </dgm:pt>
    <dgm:pt modelId="{191B4172-3ED4-4559-B8C7-68CF56D1FFC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Flipped classrooms: Encourages more interactions as instructors have more time for discussions.</a:t>
          </a:r>
          <a:endParaRPr lang="en-US"/>
        </a:p>
      </dgm:t>
    </dgm:pt>
    <dgm:pt modelId="{9210824D-0377-4E99-9202-2549A866BD66}" type="parTrans" cxnId="{D5E4FDD4-0388-4234-9488-EB04AC026A96}">
      <dgm:prSet/>
      <dgm:spPr/>
      <dgm:t>
        <a:bodyPr/>
        <a:lstStyle/>
        <a:p>
          <a:endParaRPr lang="en-US"/>
        </a:p>
      </dgm:t>
    </dgm:pt>
    <dgm:pt modelId="{09DA8489-A305-43CC-9D53-E5FDD97C8C16}" type="sibTrans" cxnId="{D5E4FDD4-0388-4234-9488-EB04AC026A96}">
      <dgm:prSet/>
      <dgm:spPr/>
      <dgm:t>
        <a:bodyPr/>
        <a:lstStyle/>
        <a:p>
          <a:endParaRPr lang="en-US"/>
        </a:p>
      </dgm:t>
    </dgm:pt>
    <dgm:pt modelId="{DDDE1BC9-C2CC-4B26-AA8D-2D73C0BA0F8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Pace of introducing new content won’t matter.</a:t>
          </a:r>
          <a:endParaRPr lang="en-US"/>
        </a:p>
      </dgm:t>
    </dgm:pt>
    <dgm:pt modelId="{2093F9FE-1A02-4325-9F35-37BC79D6EF0C}" type="parTrans" cxnId="{28042D5E-D0DE-4465-903D-EFC2CC16AD00}">
      <dgm:prSet/>
      <dgm:spPr/>
      <dgm:t>
        <a:bodyPr/>
        <a:lstStyle/>
        <a:p>
          <a:endParaRPr lang="en-US"/>
        </a:p>
      </dgm:t>
    </dgm:pt>
    <dgm:pt modelId="{D45872DC-64A3-42B1-BCDF-7B7CA8FB0C1E}" type="sibTrans" cxnId="{28042D5E-D0DE-4465-903D-EFC2CC16AD00}">
      <dgm:prSet/>
      <dgm:spPr/>
      <dgm:t>
        <a:bodyPr/>
        <a:lstStyle/>
        <a:p>
          <a:endParaRPr lang="en-US"/>
        </a:p>
      </dgm:t>
    </dgm:pt>
    <dgm:pt modelId="{FB850E63-6B9D-4A4A-9338-382E8A6EEEA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Incourages inclassroom discussions among peers.</a:t>
          </a:r>
          <a:endParaRPr lang="en-US"/>
        </a:p>
      </dgm:t>
    </dgm:pt>
    <dgm:pt modelId="{3FCA167E-3F31-43FC-9ECB-1EDAE4334207}" type="parTrans" cxnId="{627855D8-2FDA-4213-A5F8-5C075D9A54C7}">
      <dgm:prSet/>
      <dgm:spPr/>
      <dgm:t>
        <a:bodyPr/>
        <a:lstStyle/>
        <a:p>
          <a:endParaRPr lang="en-US"/>
        </a:p>
      </dgm:t>
    </dgm:pt>
    <dgm:pt modelId="{B606D258-6D0F-46CD-B7E9-AEC747DE4159}" type="sibTrans" cxnId="{627855D8-2FDA-4213-A5F8-5C075D9A54C7}">
      <dgm:prSet/>
      <dgm:spPr/>
      <dgm:t>
        <a:bodyPr/>
        <a:lstStyle/>
        <a:p>
          <a:endParaRPr lang="en-US"/>
        </a:p>
      </dgm:t>
    </dgm:pt>
    <dgm:pt modelId="{1B25844B-F3BF-40D7-B203-FE70AD8C47A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Massive Open Online Courses, or MOOCs.</a:t>
          </a:r>
          <a:endParaRPr lang="en-US"/>
        </a:p>
      </dgm:t>
    </dgm:pt>
    <dgm:pt modelId="{80384387-4812-4A33-A485-F34415342EFA}" type="parTrans" cxnId="{37777E46-8960-4997-958C-AC9E220F7CCD}">
      <dgm:prSet/>
      <dgm:spPr/>
      <dgm:t>
        <a:bodyPr/>
        <a:lstStyle/>
        <a:p>
          <a:endParaRPr lang="en-US"/>
        </a:p>
      </dgm:t>
    </dgm:pt>
    <dgm:pt modelId="{58440CDF-ECA2-42FC-8E3B-C3F8D9F8668E}" type="sibTrans" cxnId="{37777E46-8960-4997-958C-AC9E220F7CCD}">
      <dgm:prSet/>
      <dgm:spPr/>
      <dgm:t>
        <a:bodyPr/>
        <a:lstStyle/>
        <a:p>
          <a:endParaRPr lang="en-US"/>
        </a:p>
      </dgm:t>
    </dgm:pt>
    <dgm:pt modelId="{BC4E7EA9-3B18-4B9F-9DE4-A5CB6FFE6580}" type="pres">
      <dgm:prSet presAssocID="{2AA9610F-8163-4464-A80C-CEC283F75709}" presName="root" presStyleCnt="0">
        <dgm:presLayoutVars>
          <dgm:dir/>
          <dgm:resizeHandles val="exact"/>
        </dgm:presLayoutVars>
      </dgm:prSet>
      <dgm:spPr/>
    </dgm:pt>
    <dgm:pt modelId="{721B23B4-3CEC-4DE7-8C75-37DBCB494DE7}" type="pres">
      <dgm:prSet presAssocID="{02E79AEE-0E87-4651-BA5C-88A831D54FBD}" presName="compNode" presStyleCnt="0"/>
      <dgm:spPr/>
    </dgm:pt>
    <dgm:pt modelId="{623FBBA6-5F09-48C7-ADDE-048425582C17}" type="pres">
      <dgm:prSet presAssocID="{02E79AEE-0E87-4651-BA5C-88A831D54FB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9129060-42F2-4009-AD35-A41152E823A2}" type="pres">
      <dgm:prSet presAssocID="{02E79AEE-0E87-4651-BA5C-88A831D54FBD}" presName="spaceRect" presStyleCnt="0"/>
      <dgm:spPr/>
    </dgm:pt>
    <dgm:pt modelId="{0B76F98C-B66E-4410-9A48-B51D4BCBD568}" type="pres">
      <dgm:prSet presAssocID="{02E79AEE-0E87-4651-BA5C-88A831D54FBD}" presName="textRect" presStyleLbl="revTx" presStyleIdx="0" presStyleCnt="6">
        <dgm:presLayoutVars>
          <dgm:chMax val="1"/>
          <dgm:chPref val="1"/>
        </dgm:presLayoutVars>
      </dgm:prSet>
      <dgm:spPr/>
    </dgm:pt>
    <dgm:pt modelId="{EEAF8B01-3ED9-41F2-9257-C5F1B2A62BC0}" type="pres">
      <dgm:prSet presAssocID="{3C60E943-A688-438C-AEA6-9C53BB3CA051}" presName="sibTrans" presStyleCnt="0"/>
      <dgm:spPr/>
    </dgm:pt>
    <dgm:pt modelId="{902659C4-DF46-48F8-A1C5-A8FA1D2DF2B8}" type="pres">
      <dgm:prSet presAssocID="{5D13CF0A-BA80-4B9D-93CB-3EB452D2F7B4}" presName="compNode" presStyleCnt="0"/>
      <dgm:spPr/>
    </dgm:pt>
    <dgm:pt modelId="{465A3A4A-C4FB-4F7B-9434-CC13F3ADF7CF}" type="pres">
      <dgm:prSet presAssocID="{5D13CF0A-BA80-4B9D-93CB-3EB452D2F7B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310954C2-DD1D-46AF-97BB-5BC35698E46B}" type="pres">
      <dgm:prSet presAssocID="{5D13CF0A-BA80-4B9D-93CB-3EB452D2F7B4}" presName="spaceRect" presStyleCnt="0"/>
      <dgm:spPr/>
    </dgm:pt>
    <dgm:pt modelId="{97BE0924-5EF7-4A69-8511-368C2CF56BD2}" type="pres">
      <dgm:prSet presAssocID="{5D13CF0A-BA80-4B9D-93CB-3EB452D2F7B4}" presName="textRect" presStyleLbl="revTx" presStyleIdx="1" presStyleCnt="6">
        <dgm:presLayoutVars>
          <dgm:chMax val="1"/>
          <dgm:chPref val="1"/>
        </dgm:presLayoutVars>
      </dgm:prSet>
      <dgm:spPr/>
    </dgm:pt>
    <dgm:pt modelId="{E116457F-3E65-4CCF-BF77-094F99603D61}" type="pres">
      <dgm:prSet presAssocID="{0E969685-0C50-461A-ACCC-6CCF0FCCB223}" presName="sibTrans" presStyleCnt="0"/>
      <dgm:spPr/>
    </dgm:pt>
    <dgm:pt modelId="{2604D5AB-08C3-4860-865D-B622E424C816}" type="pres">
      <dgm:prSet presAssocID="{191B4172-3ED4-4559-B8C7-68CF56D1FFC1}" presName="compNode" presStyleCnt="0"/>
      <dgm:spPr/>
    </dgm:pt>
    <dgm:pt modelId="{16B8E1DA-A040-46CF-9F22-ADB019D10B46}" type="pres">
      <dgm:prSet presAssocID="{191B4172-3ED4-4559-B8C7-68CF56D1FFC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659D4345-9020-4EB1-97C1-154F37EE7EC1}" type="pres">
      <dgm:prSet presAssocID="{191B4172-3ED4-4559-B8C7-68CF56D1FFC1}" presName="spaceRect" presStyleCnt="0"/>
      <dgm:spPr/>
    </dgm:pt>
    <dgm:pt modelId="{918FD6A9-6A14-453C-A313-E3FD2485691E}" type="pres">
      <dgm:prSet presAssocID="{191B4172-3ED4-4559-B8C7-68CF56D1FFC1}" presName="textRect" presStyleLbl="revTx" presStyleIdx="2" presStyleCnt="6">
        <dgm:presLayoutVars>
          <dgm:chMax val="1"/>
          <dgm:chPref val="1"/>
        </dgm:presLayoutVars>
      </dgm:prSet>
      <dgm:spPr/>
    </dgm:pt>
    <dgm:pt modelId="{27F0C886-627E-4B8C-B6BB-38F30243EEED}" type="pres">
      <dgm:prSet presAssocID="{09DA8489-A305-43CC-9D53-E5FDD97C8C16}" presName="sibTrans" presStyleCnt="0"/>
      <dgm:spPr/>
    </dgm:pt>
    <dgm:pt modelId="{A43D67D7-82A2-4C5B-89F3-B1F03F630697}" type="pres">
      <dgm:prSet presAssocID="{DDDE1BC9-C2CC-4B26-AA8D-2D73C0BA0F8F}" presName="compNode" presStyleCnt="0"/>
      <dgm:spPr/>
    </dgm:pt>
    <dgm:pt modelId="{6381EFCA-B7BE-4950-89B1-96F62ED3873A}" type="pres">
      <dgm:prSet presAssocID="{DDDE1BC9-C2CC-4B26-AA8D-2D73C0BA0F8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0B2FB4F0-8994-4DF8-9210-439E56DD5871}" type="pres">
      <dgm:prSet presAssocID="{DDDE1BC9-C2CC-4B26-AA8D-2D73C0BA0F8F}" presName="spaceRect" presStyleCnt="0"/>
      <dgm:spPr/>
    </dgm:pt>
    <dgm:pt modelId="{8F895DB8-8C70-476C-ACAD-2C20AC62BE5A}" type="pres">
      <dgm:prSet presAssocID="{DDDE1BC9-C2CC-4B26-AA8D-2D73C0BA0F8F}" presName="textRect" presStyleLbl="revTx" presStyleIdx="3" presStyleCnt="6">
        <dgm:presLayoutVars>
          <dgm:chMax val="1"/>
          <dgm:chPref val="1"/>
        </dgm:presLayoutVars>
      </dgm:prSet>
      <dgm:spPr/>
    </dgm:pt>
    <dgm:pt modelId="{73FFC786-E3BD-4C43-9F4F-8B924648AC70}" type="pres">
      <dgm:prSet presAssocID="{D45872DC-64A3-42B1-BCDF-7B7CA8FB0C1E}" presName="sibTrans" presStyleCnt="0"/>
      <dgm:spPr/>
    </dgm:pt>
    <dgm:pt modelId="{5CCB1F71-E41B-4E6D-8BE6-1AF08ACA4E1D}" type="pres">
      <dgm:prSet presAssocID="{FB850E63-6B9D-4A4A-9338-382E8A6EEEA5}" presName="compNode" presStyleCnt="0"/>
      <dgm:spPr/>
    </dgm:pt>
    <dgm:pt modelId="{F405E558-8446-43BA-BA0B-BA96B05A79E2}" type="pres">
      <dgm:prSet presAssocID="{FB850E63-6B9D-4A4A-9338-382E8A6EEEA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67DE8E6-A0C1-4CF8-81CD-8552289D1033}" type="pres">
      <dgm:prSet presAssocID="{FB850E63-6B9D-4A4A-9338-382E8A6EEEA5}" presName="spaceRect" presStyleCnt="0"/>
      <dgm:spPr/>
    </dgm:pt>
    <dgm:pt modelId="{BC1E685F-D0AD-4C3B-8A48-7A96C79BE3A2}" type="pres">
      <dgm:prSet presAssocID="{FB850E63-6B9D-4A4A-9338-382E8A6EEEA5}" presName="textRect" presStyleLbl="revTx" presStyleIdx="4" presStyleCnt="6">
        <dgm:presLayoutVars>
          <dgm:chMax val="1"/>
          <dgm:chPref val="1"/>
        </dgm:presLayoutVars>
      </dgm:prSet>
      <dgm:spPr/>
    </dgm:pt>
    <dgm:pt modelId="{D5986B5D-C0E5-453E-B697-937DBF8A6992}" type="pres">
      <dgm:prSet presAssocID="{B606D258-6D0F-46CD-B7E9-AEC747DE4159}" presName="sibTrans" presStyleCnt="0"/>
      <dgm:spPr/>
    </dgm:pt>
    <dgm:pt modelId="{A160CB50-22C6-4273-B00A-F42FAD50E7D1}" type="pres">
      <dgm:prSet presAssocID="{1B25844B-F3BF-40D7-B203-FE70AD8C47A3}" presName="compNode" presStyleCnt="0"/>
      <dgm:spPr/>
    </dgm:pt>
    <dgm:pt modelId="{A05B0D68-E8AD-4D5C-91A8-C73B2539EC0E}" type="pres">
      <dgm:prSet presAssocID="{1B25844B-F3BF-40D7-B203-FE70AD8C47A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7C7DB0BE-AACB-4647-BA77-3BFE48F7594E}" type="pres">
      <dgm:prSet presAssocID="{1B25844B-F3BF-40D7-B203-FE70AD8C47A3}" presName="spaceRect" presStyleCnt="0"/>
      <dgm:spPr/>
    </dgm:pt>
    <dgm:pt modelId="{849CCDE0-0489-4A5A-A66B-60839FED0431}" type="pres">
      <dgm:prSet presAssocID="{1B25844B-F3BF-40D7-B203-FE70AD8C47A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1A50504-6423-4D8E-B83D-6FA17E96E95F}" type="presOf" srcId="{DDDE1BC9-C2CC-4B26-AA8D-2D73C0BA0F8F}" destId="{8F895DB8-8C70-476C-ACAD-2C20AC62BE5A}" srcOrd="0" destOrd="0" presId="urn:microsoft.com/office/officeart/2018/2/layout/IconLabelList"/>
    <dgm:cxn modelId="{3981C611-43A9-4F6D-9831-99FFC67DC375}" type="presOf" srcId="{FB850E63-6B9D-4A4A-9338-382E8A6EEEA5}" destId="{BC1E685F-D0AD-4C3B-8A48-7A96C79BE3A2}" srcOrd="0" destOrd="0" presId="urn:microsoft.com/office/officeart/2018/2/layout/IconLabelList"/>
    <dgm:cxn modelId="{CEB4451F-6253-43E8-81D4-0B980D666FC2}" srcId="{2AA9610F-8163-4464-A80C-CEC283F75709}" destId="{02E79AEE-0E87-4651-BA5C-88A831D54FBD}" srcOrd="0" destOrd="0" parTransId="{C3F07E36-C2DC-48E1-8213-FF926B5F6840}" sibTransId="{3C60E943-A688-438C-AEA6-9C53BB3CA051}"/>
    <dgm:cxn modelId="{28042D5E-D0DE-4465-903D-EFC2CC16AD00}" srcId="{2AA9610F-8163-4464-A80C-CEC283F75709}" destId="{DDDE1BC9-C2CC-4B26-AA8D-2D73C0BA0F8F}" srcOrd="3" destOrd="0" parTransId="{2093F9FE-1A02-4325-9F35-37BC79D6EF0C}" sibTransId="{D45872DC-64A3-42B1-BCDF-7B7CA8FB0C1E}"/>
    <dgm:cxn modelId="{37777E46-8960-4997-958C-AC9E220F7CCD}" srcId="{2AA9610F-8163-4464-A80C-CEC283F75709}" destId="{1B25844B-F3BF-40D7-B203-FE70AD8C47A3}" srcOrd="5" destOrd="0" parTransId="{80384387-4812-4A33-A485-F34415342EFA}" sibTransId="{58440CDF-ECA2-42FC-8E3B-C3F8D9F8668E}"/>
    <dgm:cxn modelId="{BC750A50-3C67-4B64-920E-9C7D86471FB9}" type="presOf" srcId="{5D13CF0A-BA80-4B9D-93CB-3EB452D2F7B4}" destId="{97BE0924-5EF7-4A69-8511-368C2CF56BD2}" srcOrd="0" destOrd="0" presId="urn:microsoft.com/office/officeart/2018/2/layout/IconLabelList"/>
    <dgm:cxn modelId="{982F9359-3227-4F3E-8717-47A7675AFE01}" type="presOf" srcId="{1B25844B-F3BF-40D7-B203-FE70AD8C47A3}" destId="{849CCDE0-0489-4A5A-A66B-60839FED0431}" srcOrd="0" destOrd="0" presId="urn:microsoft.com/office/officeart/2018/2/layout/IconLabelList"/>
    <dgm:cxn modelId="{4B4BB5A2-2DEC-4230-B30E-454365FD591E}" type="presOf" srcId="{02E79AEE-0E87-4651-BA5C-88A831D54FBD}" destId="{0B76F98C-B66E-4410-9A48-B51D4BCBD568}" srcOrd="0" destOrd="0" presId="urn:microsoft.com/office/officeart/2018/2/layout/IconLabelList"/>
    <dgm:cxn modelId="{1F8131B1-9981-4B53-8E9F-B58BDDCD30BA}" srcId="{2AA9610F-8163-4464-A80C-CEC283F75709}" destId="{5D13CF0A-BA80-4B9D-93CB-3EB452D2F7B4}" srcOrd="1" destOrd="0" parTransId="{B188817E-7589-410C-AFBD-6AF8C05D66CC}" sibTransId="{0E969685-0C50-461A-ACCC-6CCF0FCCB223}"/>
    <dgm:cxn modelId="{4052CDBF-0455-4123-86EC-16A1122C535F}" type="presOf" srcId="{191B4172-3ED4-4559-B8C7-68CF56D1FFC1}" destId="{918FD6A9-6A14-453C-A313-E3FD2485691E}" srcOrd="0" destOrd="0" presId="urn:microsoft.com/office/officeart/2018/2/layout/IconLabelList"/>
    <dgm:cxn modelId="{D5E4FDD4-0388-4234-9488-EB04AC026A96}" srcId="{2AA9610F-8163-4464-A80C-CEC283F75709}" destId="{191B4172-3ED4-4559-B8C7-68CF56D1FFC1}" srcOrd="2" destOrd="0" parTransId="{9210824D-0377-4E99-9202-2549A866BD66}" sibTransId="{09DA8489-A305-43CC-9D53-E5FDD97C8C16}"/>
    <dgm:cxn modelId="{627855D8-2FDA-4213-A5F8-5C075D9A54C7}" srcId="{2AA9610F-8163-4464-A80C-CEC283F75709}" destId="{FB850E63-6B9D-4A4A-9338-382E8A6EEEA5}" srcOrd="4" destOrd="0" parTransId="{3FCA167E-3F31-43FC-9ECB-1EDAE4334207}" sibTransId="{B606D258-6D0F-46CD-B7E9-AEC747DE4159}"/>
    <dgm:cxn modelId="{24B009FD-68B0-414D-A820-2BC6FBC153E7}" type="presOf" srcId="{2AA9610F-8163-4464-A80C-CEC283F75709}" destId="{BC4E7EA9-3B18-4B9F-9DE4-A5CB6FFE6580}" srcOrd="0" destOrd="0" presId="urn:microsoft.com/office/officeart/2018/2/layout/IconLabelList"/>
    <dgm:cxn modelId="{F907BE84-67E3-47D7-8E8C-7D92CFFE2DF7}" type="presParOf" srcId="{BC4E7EA9-3B18-4B9F-9DE4-A5CB6FFE6580}" destId="{721B23B4-3CEC-4DE7-8C75-37DBCB494DE7}" srcOrd="0" destOrd="0" presId="urn:microsoft.com/office/officeart/2018/2/layout/IconLabelList"/>
    <dgm:cxn modelId="{D52DC180-4EFC-4AC7-AFBA-32F450B66E76}" type="presParOf" srcId="{721B23B4-3CEC-4DE7-8C75-37DBCB494DE7}" destId="{623FBBA6-5F09-48C7-ADDE-048425582C17}" srcOrd="0" destOrd="0" presId="urn:microsoft.com/office/officeart/2018/2/layout/IconLabelList"/>
    <dgm:cxn modelId="{99C3B576-EFD8-4C3C-B50E-1E4D632975F1}" type="presParOf" srcId="{721B23B4-3CEC-4DE7-8C75-37DBCB494DE7}" destId="{F9129060-42F2-4009-AD35-A41152E823A2}" srcOrd="1" destOrd="0" presId="urn:microsoft.com/office/officeart/2018/2/layout/IconLabelList"/>
    <dgm:cxn modelId="{09B1EBC6-CEFB-4515-AAEB-6D4E729E0377}" type="presParOf" srcId="{721B23B4-3CEC-4DE7-8C75-37DBCB494DE7}" destId="{0B76F98C-B66E-4410-9A48-B51D4BCBD568}" srcOrd="2" destOrd="0" presId="urn:microsoft.com/office/officeart/2018/2/layout/IconLabelList"/>
    <dgm:cxn modelId="{630E24B9-C685-4A55-9FD9-2C3E2097FE48}" type="presParOf" srcId="{BC4E7EA9-3B18-4B9F-9DE4-A5CB6FFE6580}" destId="{EEAF8B01-3ED9-41F2-9257-C5F1B2A62BC0}" srcOrd="1" destOrd="0" presId="urn:microsoft.com/office/officeart/2018/2/layout/IconLabelList"/>
    <dgm:cxn modelId="{B38EAB3F-4A54-4162-AC71-9AB2B3142E56}" type="presParOf" srcId="{BC4E7EA9-3B18-4B9F-9DE4-A5CB6FFE6580}" destId="{902659C4-DF46-48F8-A1C5-A8FA1D2DF2B8}" srcOrd="2" destOrd="0" presId="urn:microsoft.com/office/officeart/2018/2/layout/IconLabelList"/>
    <dgm:cxn modelId="{CB74CE73-90C3-412E-AE38-FC994BCA0EA8}" type="presParOf" srcId="{902659C4-DF46-48F8-A1C5-A8FA1D2DF2B8}" destId="{465A3A4A-C4FB-4F7B-9434-CC13F3ADF7CF}" srcOrd="0" destOrd="0" presId="urn:microsoft.com/office/officeart/2018/2/layout/IconLabelList"/>
    <dgm:cxn modelId="{A613383F-6A2D-4EBF-A039-74A7841B6CE2}" type="presParOf" srcId="{902659C4-DF46-48F8-A1C5-A8FA1D2DF2B8}" destId="{310954C2-DD1D-46AF-97BB-5BC35698E46B}" srcOrd="1" destOrd="0" presId="urn:microsoft.com/office/officeart/2018/2/layout/IconLabelList"/>
    <dgm:cxn modelId="{CCC0D510-D21C-4ADC-9498-3AD5B6C14056}" type="presParOf" srcId="{902659C4-DF46-48F8-A1C5-A8FA1D2DF2B8}" destId="{97BE0924-5EF7-4A69-8511-368C2CF56BD2}" srcOrd="2" destOrd="0" presId="urn:microsoft.com/office/officeart/2018/2/layout/IconLabelList"/>
    <dgm:cxn modelId="{A44090CF-53CE-4F41-9C54-D19E7C472C28}" type="presParOf" srcId="{BC4E7EA9-3B18-4B9F-9DE4-A5CB6FFE6580}" destId="{E116457F-3E65-4CCF-BF77-094F99603D61}" srcOrd="3" destOrd="0" presId="urn:microsoft.com/office/officeart/2018/2/layout/IconLabelList"/>
    <dgm:cxn modelId="{7E3B9934-90F2-413A-9DFC-9929B9A74779}" type="presParOf" srcId="{BC4E7EA9-3B18-4B9F-9DE4-A5CB6FFE6580}" destId="{2604D5AB-08C3-4860-865D-B622E424C816}" srcOrd="4" destOrd="0" presId="urn:microsoft.com/office/officeart/2018/2/layout/IconLabelList"/>
    <dgm:cxn modelId="{ADE7808A-29D9-49DD-8204-A4C036C063F9}" type="presParOf" srcId="{2604D5AB-08C3-4860-865D-B622E424C816}" destId="{16B8E1DA-A040-46CF-9F22-ADB019D10B46}" srcOrd="0" destOrd="0" presId="urn:microsoft.com/office/officeart/2018/2/layout/IconLabelList"/>
    <dgm:cxn modelId="{C035C204-838C-4439-B8F0-D6993251B308}" type="presParOf" srcId="{2604D5AB-08C3-4860-865D-B622E424C816}" destId="{659D4345-9020-4EB1-97C1-154F37EE7EC1}" srcOrd="1" destOrd="0" presId="urn:microsoft.com/office/officeart/2018/2/layout/IconLabelList"/>
    <dgm:cxn modelId="{8D15E7C7-091C-47D9-8A90-1323F3020276}" type="presParOf" srcId="{2604D5AB-08C3-4860-865D-B622E424C816}" destId="{918FD6A9-6A14-453C-A313-E3FD2485691E}" srcOrd="2" destOrd="0" presId="urn:microsoft.com/office/officeart/2018/2/layout/IconLabelList"/>
    <dgm:cxn modelId="{59B0B4F5-A705-41F9-8B5F-A44EEA03A806}" type="presParOf" srcId="{BC4E7EA9-3B18-4B9F-9DE4-A5CB6FFE6580}" destId="{27F0C886-627E-4B8C-B6BB-38F30243EEED}" srcOrd="5" destOrd="0" presId="urn:microsoft.com/office/officeart/2018/2/layout/IconLabelList"/>
    <dgm:cxn modelId="{BA9B15E4-1FB5-4203-BE04-9902A26F38A4}" type="presParOf" srcId="{BC4E7EA9-3B18-4B9F-9DE4-A5CB6FFE6580}" destId="{A43D67D7-82A2-4C5B-89F3-B1F03F630697}" srcOrd="6" destOrd="0" presId="urn:microsoft.com/office/officeart/2018/2/layout/IconLabelList"/>
    <dgm:cxn modelId="{D63A3C13-EC45-4B5E-A6B3-360241DB3710}" type="presParOf" srcId="{A43D67D7-82A2-4C5B-89F3-B1F03F630697}" destId="{6381EFCA-B7BE-4950-89B1-96F62ED3873A}" srcOrd="0" destOrd="0" presId="urn:microsoft.com/office/officeart/2018/2/layout/IconLabelList"/>
    <dgm:cxn modelId="{AC039210-556C-48B7-B7F9-103BE6C5BACC}" type="presParOf" srcId="{A43D67D7-82A2-4C5B-89F3-B1F03F630697}" destId="{0B2FB4F0-8994-4DF8-9210-439E56DD5871}" srcOrd="1" destOrd="0" presId="urn:microsoft.com/office/officeart/2018/2/layout/IconLabelList"/>
    <dgm:cxn modelId="{75A45418-847E-4D15-B121-D33BE54107CE}" type="presParOf" srcId="{A43D67D7-82A2-4C5B-89F3-B1F03F630697}" destId="{8F895DB8-8C70-476C-ACAD-2C20AC62BE5A}" srcOrd="2" destOrd="0" presId="urn:microsoft.com/office/officeart/2018/2/layout/IconLabelList"/>
    <dgm:cxn modelId="{E87301A0-73CF-4E2D-BD21-2B7ABEE4501D}" type="presParOf" srcId="{BC4E7EA9-3B18-4B9F-9DE4-A5CB6FFE6580}" destId="{73FFC786-E3BD-4C43-9F4F-8B924648AC70}" srcOrd="7" destOrd="0" presId="urn:microsoft.com/office/officeart/2018/2/layout/IconLabelList"/>
    <dgm:cxn modelId="{E77DD896-8143-450A-9CB6-77CDE62DEEFD}" type="presParOf" srcId="{BC4E7EA9-3B18-4B9F-9DE4-A5CB6FFE6580}" destId="{5CCB1F71-E41B-4E6D-8BE6-1AF08ACA4E1D}" srcOrd="8" destOrd="0" presId="urn:microsoft.com/office/officeart/2018/2/layout/IconLabelList"/>
    <dgm:cxn modelId="{52B6B648-D55C-4D07-81B6-4CFE7FC5E4E7}" type="presParOf" srcId="{5CCB1F71-E41B-4E6D-8BE6-1AF08ACA4E1D}" destId="{F405E558-8446-43BA-BA0B-BA96B05A79E2}" srcOrd="0" destOrd="0" presId="urn:microsoft.com/office/officeart/2018/2/layout/IconLabelList"/>
    <dgm:cxn modelId="{C7887D4D-7B74-484D-9D3A-47E1AA87CCC7}" type="presParOf" srcId="{5CCB1F71-E41B-4E6D-8BE6-1AF08ACA4E1D}" destId="{067DE8E6-A0C1-4CF8-81CD-8552289D1033}" srcOrd="1" destOrd="0" presId="urn:microsoft.com/office/officeart/2018/2/layout/IconLabelList"/>
    <dgm:cxn modelId="{9AFC7FD4-385D-4BF7-8BD1-8AFEE9156975}" type="presParOf" srcId="{5CCB1F71-E41B-4E6D-8BE6-1AF08ACA4E1D}" destId="{BC1E685F-D0AD-4C3B-8A48-7A96C79BE3A2}" srcOrd="2" destOrd="0" presId="urn:microsoft.com/office/officeart/2018/2/layout/IconLabelList"/>
    <dgm:cxn modelId="{0E1B5E0E-9D4D-4F9A-B298-03FCE2E15AEC}" type="presParOf" srcId="{BC4E7EA9-3B18-4B9F-9DE4-A5CB6FFE6580}" destId="{D5986B5D-C0E5-453E-B697-937DBF8A6992}" srcOrd="9" destOrd="0" presId="urn:microsoft.com/office/officeart/2018/2/layout/IconLabelList"/>
    <dgm:cxn modelId="{B529183C-696A-4D12-95F9-827B72EBE384}" type="presParOf" srcId="{BC4E7EA9-3B18-4B9F-9DE4-A5CB6FFE6580}" destId="{A160CB50-22C6-4273-B00A-F42FAD50E7D1}" srcOrd="10" destOrd="0" presId="urn:microsoft.com/office/officeart/2018/2/layout/IconLabelList"/>
    <dgm:cxn modelId="{87F85DA6-8FC4-4890-82D0-38E3C1C2B35D}" type="presParOf" srcId="{A160CB50-22C6-4273-B00A-F42FAD50E7D1}" destId="{A05B0D68-E8AD-4D5C-91A8-C73B2539EC0E}" srcOrd="0" destOrd="0" presId="urn:microsoft.com/office/officeart/2018/2/layout/IconLabelList"/>
    <dgm:cxn modelId="{406F045B-5AE0-45FE-B2DD-5A91E7F65A7C}" type="presParOf" srcId="{A160CB50-22C6-4273-B00A-F42FAD50E7D1}" destId="{7C7DB0BE-AACB-4647-BA77-3BFE48F7594E}" srcOrd="1" destOrd="0" presId="urn:microsoft.com/office/officeart/2018/2/layout/IconLabelList"/>
    <dgm:cxn modelId="{0F3A7286-6A0B-4FA7-AD17-53D16A47250A}" type="presParOf" srcId="{A160CB50-22C6-4273-B00A-F42FAD50E7D1}" destId="{849CCDE0-0489-4A5A-A66B-60839FED043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B7F9B4-A406-40A2-9E14-241076236F3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35BC9BE-DFAC-4628-B913-34A6466C0F23}">
      <dgm:prSet/>
      <dgm:spPr/>
      <dgm:t>
        <a:bodyPr/>
        <a:lstStyle/>
        <a:p>
          <a:r>
            <a:rPr lang="en-GB"/>
            <a:t>Teacher’s Support Application: New Interactive App for Teachers by Government and USAID.</a:t>
          </a:r>
          <a:endParaRPr lang="en-US"/>
        </a:p>
      </dgm:t>
    </dgm:pt>
    <dgm:pt modelId="{4205E8D7-83E4-4E2B-A29A-B60ABCD4389D}" type="parTrans" cxnId="{2E4758ED-21EF-430D-B2EE-87F62B2B500F}">
      <dgm:prSet/>
      <dgm:spPr/>
      <dgm:t>
        <a:bodyPr/>
        <a:lstStyle/>
        <a:p>
          <a:endParaRPr lang="en-US"/>
        </a:p>
      </dgm:t>
    </dgm:pt>
    <dgm:pt modelId="{DE4CED2B-3E45-454D-BFB6-2B5E54EFDCED}" type="sibTrans" cxnId="{2E4758ED-21EF-430D-B2EE-87F62B2B500F}">
      <dgm:prSet/>
      <dgm:spPr/>
      <dgm:t>
        <a:bodyPr/>
        <a:lstStyle/>
        <a:p>
          <a:endParaRPr lang="en-US"/>
        </a:p>
      </dgm:t>
    </dgm:pt>
    <dgm:pt modelId="{7C8793BE-2161-48E9-B657-79E3B6F764E5}">
      <dgm:prSet/>
      <dgm:spPr/>
      <dgm:t>
        <a:bodyPr/>
        <a:lstStyle/>
        <a:p>
          <a:r>
            <a:rPr lang="en-GB"/>
            <a:t>Udemy and Massive Online and Open Online courses</a:t>
          </a:r>
          <a:endParaRPr lang="en-US"/>
        </a:p>
      </dgm:t>
    </dgm:pt>
    <dgm:pt modelId="{51F16E88-95DF-431D-927E-3288F3D9CB7B}" type="parTrans" cxnId="{207923D2-C6CF-4372-99FD-4643620BE5DD}">
      <dgm:prSet/>
      <dgm:spPr/>
      <dgm:t>
        <a:bodyPr/>
        <a:lstStyle/>
        <a:p>
          <a:endParaRPr lang="en-US"/>
        </a:p>
      </dgm:t>
    </dgm:pt>
    <dgm:pt modelId="{2C2ED08A-C356-4F40-83D2-DCE27632D467}" type="sibTrans" cxnId="{207923D2-C6CF-4372-99FD-4643620BE5DD}">
      <dgm:prSet/>
      <dgm:spPr/>
      <dgm:t>
        <a:bodyPr/>
        <a:lstStyle/>
        <a:p>
          <a:endParaRPr lang="en-US"/>
        </a:p>
      </dgm:t>
    </dgm:pt>
    <dgm:pt modelId="{D326AFB9-EACA-4E86-860A-9C075624A177}">
      <dgm:prSet/>
      <dgm:spPr/>
      <dgm:t>
        <a:bodyPr/>
        <a:lstStyle/>
        <a:p>
          <a:r>
            <a:rPr lang="en-GB"/>
            <a:t>Interactive Learning</a:t>
          </a:r>
          <a:endParaRPr lang="en-US"/>
        </a:p>
      </dgm:t>
    </dgm:pt>
    <dgm:pt modelId="{8A43C13F-9DE7-48C3-97FB-298C9E2CBCC9}" type="parTrans" cxnId="{B312DC15-29D8-4362-9B8A-953F5560B3CF}">
      <dgm:prSet/>
      <dgm:spPr/>
      <dgm:t>
        <a:bodyPr/>
        <a:lstStyle/>
        <a:p>
          <a:endParaRPr lang="en-US"/>
        </a:p>
      </dgm:t>
    </dgm:pt>
    <dgm:pt modelId="{54900486-FE47-4AAE-A6C3-2A6CB187AF08}" type="sibTrans" cxnId="{B312DC15-29D8-4362-9B8A-953F5560B3CF}">
      <dgm:prSet/>
      <dgm:spPr/>
      <dgm:t>
        <a:bodyPr/>
        <a:lstStyle/>
        <a:p>
          <a:endParaRPr lang="en-US"/>
        </a:p>
      </dgm:t>
    </dgm:pt>
    <dgm:pt modelId="{1C60CF71-84B8-4D80-A241-897B67D425F2}">
      <dgm:prSet/>
      <dgm:spPr/>
      <dgm:t>
        <a:bodyPr/>
        <a:lstStyle/>
        <a:p>
          <a:r>
            <a:rPr lang="en-GB"/>
            <a:t>Audio-Video concepts</a:t>
          </a:r>
          <a:endParaRPr lang="en-US"/>
        </a:p>
      </dgm:t>
    </dgm:pt>
    <dgm:pt modelId="{C533FCF3-22A8-4759-B691-45E5FE027ECE}" type="parTrans" cxnId="{4DBA2CF0-58FB-4105-A69C-FF29E190DF6B}">
      <dgm:prSet/>
      <dgm:spPr/>
      <dgm:t>
        <a:bodyPr/>
        <a:lstStyle/>
        <a:p>
          <a:endParaRPr lang="en-US"/>
        </a:p>
      </dgm:t>
    </dgm:pt>
    <dgm:pt modelId="{2EE966FB-A217-43A3-B713-38F2AB2B6373}" type="sibTrans" cxnId="{4DBA2CF0-58FB-4105-A69C-FF29E190DF6B}">
      <dgm:prSet/>
      <dgm:spPr/>
      <dgm:t>
        <a:bodyPr/>
        <a:lstStyle/>
        <a:p>
          <a:endParaRPr lang="en-US"/>
        </a:p>
      </dgm:t>
    </dgm:pt>
    <dgm:pt modelId="{226AF717-5D4F-42AB-A744-D0C6D7CC9DF3}">
      <dgm:prSet/>
      <dgm:spPr/>
      <dgm:t>
        <a:bodyPr/>
        <a:lstStyle/>
        <a:p>
          <a:r>
            <a:rPr lang="en-GB"/>
            <a:t>Encourages discussions</a:t>
          </a:r>
          <a:endParaRPr lang="en-US"/>
        </a:p>
      </dgm:t>
    </dgm:pt>
    <dgm:pt modelId="{B35B1280-B549-4EF6-8361-2E1ADFECA484}" type="parTrans" cxnId="{4C8CCB6F-0E8F-4A4A-88E8-A9080D670F44}">
      <dgm:prSet/>
      <dgm:spPr/>
      <dgm:t>
        <a:bodyPr/>
        <a:lstStyle/>
        <a:p>
          <a:endParaRPr lang="en-US"/>
        </a:p>
      </dgm:t>
    </dgm:pt>
    <dgm:pt modelId="{324EBE64-19FB-4483-9A8D-CECF95F20B1B}" type="sibTrans" cxnId="{4C8CCB6F-0E8F-4A4A-88E8-A9080D670F44}">
      <dgm:prSet/>
      <dgm:spPr/>
      <dgm:t>
        <a:bodyPr/>
        <a:lstStyle/>
        <a:p>
          <a:endParaRPr lang="en-US"/>
        </a:p>
      </dgm:t>
    </dgm:pt>
    <dgm:pt modelId="{C36F856B-B02C-4B19-BBE8-F6CD42EA52AB}" type="pres">
      <dgm:prSet presAssocID="{60B7F9B4-A406-40A2-9E14-241076236F38}" presName="vert0" presStyleCnt="0">
        <dgm:presLayoutVars>
          <dgm:dir/>
          <dgm:animOne val="branch"/>
          <dgm:animLvl val="lvl"/>
        </dgm:presLayoutVars>
      </dgm:prSet>
      <dgm:spPr/>
    </dgm:pt>
    <dgm:pt modelId="{70FF78D0-C062-4A67-AB3E-FA316E2DD09A}" type="pres">
      <dgm:prSet presAssocID="{B35BC9BE-DFAC-4628-B913-34A6466C0F23}" presName="thickLine" presStyleLbl="alignNode1" presStyleIdx="0" presStyleCnt="5"/>
      <dgm:spPr/>
    </dgm:pt>
    <dgm:pt modelId="{1C63B391-98B7-4AD9-A898-21431E6133FA}" type="pres">
      <dgm:prSet presAssocID="{B35BC9BE-DFAC-4628-B913-34A6466C0F23}" presName="horz1" presStyleCnt="0"/>
      <dgm:spPr/>
    </dgm:pt>
    <dgm:pt modelId="{692DF5B4-0C42-450D-AF61-DD487DE51260}" type="pres">
      <dgm:prSet presAssocID="{B35BC9BE-DFAC-4628-B913-34A6466C0F23}" presName="tx1" presStyleLbl="revTx" presStyleIdx="0" presStyleCnt="5"/>
      <dgm:spPr/>
    </dgm:pt>
    <dgm:pt modelId="{CED559F2-983D-4BD0-99BE-4EC4152FB308}" type="pres">
      <dgm:prSet presAssocID="{B35BC9BE-DFAC-4628-B913-34A6466C0F23}" presName="vert1" presStyleCnt="0"/>
      <dgm:spPr/>
    </dgm:pt>
    <dgm:pt modelId="{F87068D5-1F62-4062-A14A-2BD3CD5CB6E0}" type="pres">
      <dgm:prSet presAssocID="{7C8793BE-2161-48E9-B657-79E3B6F764E5}" presName="thickLine" presStyleLbl="alignNode1" presStyleIdx="1" presStyleCnt="5"/>
      <dgm:spPr/>
    </dgm:pt>
    <dgm:pt modelId="{7C9E95A5-4E51-4C7D-84AE-2C7C6A9E5FE4}" type="pres">
      <dgm:prSet presAssocID="{7C8793BE-2161-48E9-B657-79E3B6F764E5}" presName="horz1" presStyleCnt="0"/>
      <dgm:spPr/>
    </dgm:pt>
    <dgm:pt modelId="{379193F1-AEF9-440B-81F5-EAACCCEC612F}" type="pres">
      <dgm:prSet presAssocID="{7C8793BE-2161-48E9-B657-79E3B6F764E5}" presName="tx1" presStyleLbl="revTx" presStyleIdx="1" presStyleCnt="5"/>
      <dgm:spPr/>
    </dgm:pt>
    <dgm:pt modelId="{F719D2D0-9AF5-4585-AA2C-B9984081116F}" type="pres">
      <dgm:prSet presAssocID="{7C8793BE-2161-48E9-B657-79E3B6F764E5}" presName="vert1" presStyleCnt="0"/>
      <dgm:spPr/>
    </dgm:pt>
    <dgm:pt modelId="{2B9AAB61-C684-4237-9039-0A51D5195035}" type="pres">
      <dgm:prSet presAssocID="{D326AFB9-EACA-4E86-860A-9C075624A177}" presName="thickLine" presStyleLbl="alignNode1" presStyleIdx="2" presStyleCnt="5"/>
      <dgm:spPr/>
    </dgm:pt>
    <dgm:pt modelId="{4323A05A-6219-4F92-B836-5BC47D572DB0}" type="pres">
      <dgm:prSet presAssocID="{D326AFB9-EACA-4E86-860A-9C075624A177}" presName="horz1" presStyleCnt="0"/>
      <dgm:spPr/>
    </dgm:pt>
    <dgm:pt modelId="{69C1D535-E40D-4583-BAF8-F9A30B888415}" type="pres">
      <dgm:prSet presAssocID="{D326AFB9-EACA-4E86-860A-9C075624A177}" presName="tx1" presStyleLbl="revTx" presStyleIdx="2" presStyleCnt="5"/>
      <dgm:spPr/>
    </dgm:pt>
    <dgm:pt modelId="{1951ACF9-AFB5-4F1E-9EE9-F58064B09846}" type="pres">
      <dgm:prSet presAssocID="{D326AFB9-EACA-4E86-860A-9C075624A177}" presName="vert1" presStyleCnt="0"/>
      <dgm:spPr/>
    </dgm:pt>
    <dgm:pt modelId="{108CF50A-5C02-4D4D-938D-20A460B60074}" type="pres">
      <dgm:prSet presAssocID="{1C60CF71-84B8-4D80-A241-897B67D425F2}" presName="thickLine" presStyleLbl="alignNode1" presStyleIdx="3" presStyleCnt="5"/>
      <dgm:spPr/>
    </dgm:pt>
    <dgm:pt modelId="{4B62135B-2052-4A38-AF04-2D4041CA696E}" type="pres">
      <dgm:prSet presAssocID="{1C60CF71-84B8-4D80-A241-897B67D425F2}" presName="horz1" presStyleCnt="0"/>
      <dgm:spPr/>
    </dgm:pt>
    <dgm:pt modelId="{1BEF5DCA-83A5-4EA9-9F28-7B5246754894}" type="pres">
      <dgm:prSet presAssocID="{1C60CF71-84B8-4D80-A241-897B67D425F2}" presName="tx1" presStyleLbl="revTx" presStyleIdx="3" presStyleCnt="5"/>
      <dgm:spPr/>
    </dgm:pt>
    <dgm:pt modelId="{2EC5F662-2F14-4EA6-AEAE-35ADB465CDD4}" type="pres">
      <dgm:prSet presAssocID="{1C60CF71-84B8-4D80-A241-897B67D425F2}" presName="vert1" presStyleCnt="0"/>
      <dgm:spPr/>
    </dgm:pt>
    <dgm:pt modelId="{0BDA26A0-04B9-4347-BBB2-05169825AD4A}" type="pres">
      <dgm:prSet presAssocID="{226AF717-5D4F-42AB-A744-D0C6D7CC9DF3}" presName="thickLine" presStyleLbl="alignNode1" presStyleIdx="4" presStyleCnt="5"/>
      <dgm:spPr/>
    </dgm:pt>
    <dgm:pt modelId="{1E999A36-9F05-4291-B310-B281A200A271}" type="pres">
      <dgm:prSet presAssocID="{226AF717-5D4F-42AB-A744-D0C6D7CC9DF3}" presName="horz1" presStyleCnt="0"/>
      <dgm:spPr/>
    </dgm:pt>
    <dgm:pt modelId="{9DE283BD-EE24-415E-A72B-170F2C7C73E8}" type="pres">
      <dgm:prSet presAssocID="{226AF717-5D4F-42AB-A744-D0C6D7CC9DF3}" presName="tx1" presStyleLbl="revTx" presStyleIdx="4" presStyleCnt="5"/>
      <dgm:spPr/>
    </dgm:pt>
    <dgm:pt modelId="{04E90959-BDC6-48E1-B063-FF5EC90C0CAD}" type="pres">
      <dgm:prSet presAssocID="{226AF717-5D4F-42AB-A744-D0C6D7CC9DF3}" presName="vert1" presStyleCnt="0"/>
      <dgm:spPr/>
    </dgm:pt>
  </dgm:ptLst>
  <dgm:cxnLst>
    <dgm:cxn modelId="{C1DB3112-53AF-4205-A91B-34097B28AB32}" type="presOf" srcId="{7C8793BE-2161-48E9-B657-79E3B6F764E5}" destId="{379193F1-AEF9-440B-81F5-EAACCCEC612F}" srcOrd="0" destOrd="0" presId="urn:microsoft.com/office/officeart/2008/layout/LinedList"/>
    <dgm:cxn modelId="{B312DC15-29D8-4362-9B8A-953F5560B3CF}" srcId="{60B7F9B4-A406-40A2-9E14-241076236F38}" destId="{D326AFB9-EACA-4E86-860A-9C075624A177}" srcOrd="2" destOrd="0" parTransId="{8A43C13F-9DE7-48C3-97FB-298C9E2CBCC9}" sibTransId="{54900486-FE47-4AAE-A6C3-2A6CB187AF08}"/>
    <dgm:cxn modelId="{5983AB23-28FD-4D31-9132-4300E340D3F2}" type="presOf" srcId="{D326AFB9-EACA-4E86-860A-9C075624A177}" destId="{69C1D535-E40D-4583-BAF8-F9A30B888415}" srcOrd="0" destOrd="0" presId="urn:microsoft.com/office/officeart/2008/layout/LinedList"/>
    <dgm:cxn modelId="{C08AD330-B032-44DA-8A60-983E28BCA768}" type="presOf" srcId="{60B7F9B4-A406-40A2-9E14-241076236F38}" destId="{C36F856B-B02C-4B19-BBE8-F6CD42EA52AB}" srcOrd="0" destOrd="0" presId="urn:microsoft.com/office/officeart/2008/layout/LinedList"/>
    <dgm:cxn modelId="{18A7F269-14CB-4D1B-8BB5-A36FC41F3AEB}" type="presOf" srcId="{1C60CF71-84B8-4D80-A241-897B67D425F2}" destId="{1BEF5DCA-83A5-4EA9-9F28-7B5246754894}" srcOrd="0" destOrd="0" presId="urn:microsoft.com/office/officeart/2008/layout/LinedList"/>
    <dgm:cxn modelId="{4C8CCB6F-0E8F-4A4A-88E8-A9080D670F44}" srcId="{60B7F9B4-A406-40A2-9E14-241076236F38}" destId="{226AF717-5D4F-42AB-A744-D0C6D7CC9DF3}" srcOrd="4" destOrd="0" parTransId="{B35B1280-B549-4EF6-8361-2E1ADFECA484}" sibTransId="{324EBE64-19FB-4483-9A8D-CECF95F20B1B}"/>
    <dgm:cxn modelId="{3D5B4053-3E70-46F4-B1B8-1D21A428A49D}" type="presOf" srcId="{B35BC9BE-DFAC-4628-B913-34A6466C0F23}" destId="{692DF5B4-0C42-450D-AF61-DD487DE51260}" srcOrd="0" destOrd="0" presId="urn:microsoft.com/office/officeart/2008/layout/LinedList"/>
    <dgm:cxn modelId="{207923D2-C6CF-4372-99FD-4643620BE5DD}" srcId="{60B7F9B4-A406-40A2-9E14-241076236F38}" destId="{7C8793BE-2161-48E9-B657-79E3B6F764E5}" srcOrd="1" destOrd="0" parTransId="{51F16E88-95DF-431D-927E-3288F3D9CB7B}" sibTransId="{2C2ED08A-C356-4F40-83D2-DCE27632D467}"/>
    <dgm:cxn modelId="{80D547E2-2D3E-4563-BA9A-309C4F6DC5A8}" type="presOf" srcId="{226AF717-5D4F-42AB-A744-D0C6D7CC9DF3}" destId="{9DE283BD-EE24-415E-A72B-170F2C7C73E8}" srcOrd="0" destOrd="0" presId="urn:microsoft.com/office/officeart/2008/layout/LinedList"/>
    <dgm:cxn modelId="{2E4758ED-21EF-430D-B2EE-87F62B2B500F}" srcId="{60B7F9B4-A406-40A2-9E14-241076236F38}" destId="{B35BC9BE-DFAC-4628-B913-34A6466C0F23}" srcOrd="0" destOrd="0" parTransId="{4205E8D7-83E4-4E2B-A29A-B60ABCD4389D}" sibTransId="{DE4CED2B-3E45-454D-BFB6-2B5E54EFDCED}"/>
    <dgm:cxn modelId="{4DBA2CF0-58FB-4105-A69C-FF29E190DF6B}" srcId="{60B7F9B4-A406-40A2-9E14-241076236F38}" destId="{1C60CF71-84B8-4D80-A241-897B67D425F2}" srcOrd="3" destOrd="0" parTransId="{C533FCF3-22A8-4759-B691-45E5FE027ECE}" sibTransId="{2EE966FB-A217-43A3-B713-38F2AB2B6373}"/>
    <dgm:cxn modelId="{91D4BEB1-F7B8-419A-B67C-2E43BB85B225}" type="presParOf" srcId="{C36F856B-B02C-4B19-BBE8-F6CD42EA52AB}" destId="{70FF78D0-C062-4A67-AB3E-FA316E2DD09A}" srcOrd="0" destOrd="0" presId="urn:microsoft.com/office/officeart/2008/layout/LinedList"/>
    <dgm:cxn modelId="{7FD0D304-A635-4FE5-B73D-CDE87F50801E}" type="presParOf" srcId="{C36F856B-B02C-4B19-BBE8-F6CD42EA52AB}" destId="{1C63B391-98B7-4AD9-A898-21431E6133FA}" srcOrd="1" destOrd="0" presId="urn:microsoft.com/office/officeart/2008/layout/LinedList"/>
    <dgm:cxn modelId="{CDC5F3AD-662E-4583-B17D-0BD8D9ACA5BA}" type="presParOf" srcId="{1C63B391-98B7-4AD9-A898-21431E6133FA}" destId="{692DF5B4-0C42-450D-AF61-DD487DE51260}" srcOrd="0" destOrd="0" presId="urn:microsoft.com/office/officeart/2008/layout/LinedList"/>
    <dgm:cxn modelId="{5406E1F3-C27F-4BD8-9F07-5400A931B31E}" type="presParOf" srcId="{1C63B391-98B7-4AD9-A898-21431E6133FA}" destId="{CED559F2-983D-4BD0-99BE-4EC4152FB308}" srcOrd="1" destOrd="0" presId="urn:microsoft.com/office/officeart/2008/layout/LinedList"/>
    <dgm:cxn modelId="{5757AF50-137A-4CC1-B8B5-8EF7BF2AC747}" type="presParOf" srcId="{C36F856B-B02C-4B19-BBE8-F6CD42EA52AB}" destId="{F87068D5-1F62-4062-A14A-2BD3CD5CB6E0}" srcOrd="2" destOrd="0" presId="urn:microsoft.com/office/officeart/2008/layout/LinedList"/>
    <dgm:cxn modelId="{558A5104-E956-4BC4-A538-82218949B587}" type="presParOf" srcId="{C36F856B-B02C-4B19-BBE8-F6CD42EA52AB}" destId="{7C9E95A5-4E51-4C7D-84AE-2C7C6A9E5FE4}" srcOrd="3" destOrd="0" presId="urn:microsoft.com/office/officeart/2008/layout/LinedList"/>
    <dgm:cxn modelId="{1B42A75B-9323-43DE-8915-325928255CCC}" type="presParOf" srcId="{7C9E95A5-4E51-4C7D-84AE-2C7C6A9E5FE4}" destId="{379193F1-AEF9-440B-81F5-EAACCCEC612F}" srcOrd="0" destOrd="0" presId="urn:microsoft.com/office/officeart/2008/layout/LinedList"/>
    <dgm:cxn modelId="{47CE5D86-313A-44FE-8DD3-3AA42185834C}" type="presParOf" srcId="{7C9E95A5-4E51-4C7D-84AE-2C7C6A9E5FE4}" destId="{F719D2D0-9AF5-4585-AA2C-B9984081116F}" srcOrd="1" destOrd="0" presId="urn:microsoft.com/office/officeart/2008/layout/LinedList"/>
    <dgm:cxn modelId="{17B1D903-BF44-4F08-9ADD-0EDE2B41D47F}" type="presParOf" srcId="{C36F856B-B02C-4B19-BBE8-F6CD42EA52AB}" destId="{2B9AAB61-C684-4237-9039-0A51D5195035}" srcOrd="4" destOrd="0" presId="urn:microsoft.com/office/officeart/2008/layout/LinedList"/>
    <dgm:cxn modelId="{B4CEB350-6007-45AD-B1BE-0E2B5407AA3B}" type="presParOf" srcId="{C36F856B-B02C-4B19-BBE8-F6CD42EA52AB}" destId="{4323A05A-6219-4F92-B836-5BC47D572DB0}" srcOrd="5" destOrd="0" presId="urn:microsoft.com/office/officeart/2008/layout/LinedList"/>
    <dgm:cxn modelId="{2714B50D-1A5C-4AA1-9F47-047E4D3FC12C}" type="presParOf" srcId="{4323A05A-6219-4F92-B836-5BC47D572DB0}" destId="{69C1D535-E40D-4583-BAF8-F9A30B888415}" srcOrd="0" destOrd="0" presId="urn:microsoft.com/office/officeart/2008/layout/LinedList"/>
    <dgm:cxn modelId="{5900140A-C540-459F-BE37-968280E27561}" type="presParOf" srcId="{4323A05A-6219-4F92-B836-5BC47D572DB0}" destId="{1951ACF9-AFB5-4F1E-9EE9-F58064B09846}" srcOrd="1" destOrd="0" presId="urn:microsoft.com/office/officeart/2008/layout/LinedList"/>
    <dgm:cxn modelId="{9AEB1F91-718C-431F-8C33-CC64A9E00088}" type="presParOf" srcId="{C36F856B-B02C-4B19-BBE8-F6CD42EA52AB}" destId="{108CF50A-5C02-4D4D-938D-20A460B60074}" srcOrd="6" destOrd="0" presId="urn:microsoft.com/office/officeart/2008/layout/LinedList"/>
    <dgm:cxn modelId="{087C908A-290B-41D5-B755-49F531BD19F6}" type="presParOf" srcId="{C36F856B-B02C-4B19-BBE8-F6CD42EA52AB}" destId="{4B62135B-2052-4A38-AF04-2D4041CA696E}" srcOrd="7" destOrd="0" presId="urn:microsoft.com/office/officeart/2008/layout/LinedList"/>
    <dgm:cxn modelId="{B3511C9E-9389-4F21-8346-E40A8EF1FA0A}" type="presParOf" srcId="{4B62135B-2052-4A38-AF04-2D4041CA696E}" destId="{1BEF5DCA-83A5-4EA9-9F28-7B5246754894}" srcOrd="0" destOrd="0" presId="urn:microsoft.com/office/officeart/2008/layout/LinedList"/>
    <dgm:cxn modelId="{370C5B0A-3778-48E0-9F2D-0CC2BF9CACC4}" type="presParOf" srcId="{4B62135B-2052-4A38-AF04-2D4041CA696E}" destId="{2EC5F662-2F14-4EA6-AEAE-35ADB465CDD4}" srcOrd="1" destOrd="0" presId="urn:microsoft.com/office/officeart/2008/layout/LinedList"/>
    <dgm:cxn modelId="{C9313E3F-AD2D-48FD-B3C9-BC1F311E63A7}" type="presParOf" srcId="{C36F856B-B02C-4B19-BBE8-F6CD42EA52AB}" destId="{0BDA26A0-04B9-4347-BBB2-05169825AD4A}" srcOrd="8" destOrd="0" presId="urn:microsoft.com/office/officeart/2008/layout/LinedList"/>
    <dgm:cxn modelId="{A75C4D5E-FF58-4C16-A79A-0E7A357C5359}" type="presParOf" srcId="{C36F856B-B02C-4B19-BBE8-F6CD42EA52AB}" destId="{1E999A36-9F05-4291-B310-B281A200A271}" srcOrd="9" destOrd="0" presId="urn:microsoft.com/office/officeart/2008/layout/LinedList"/>
    <dgm:cxn modelId="{2412D151-62AF-486A-995D-7861E3163055}" type="presParOf" srcId="{1E999A36-9F05-4291-B310-B281A200A271}" destId="{9DE283BD-EE24-415E-A72B-170F2C7C73E8}" srcOrd="0" destOrd="0" presId="urn:microsoft.com/office/officeart/2008/layout/LinedList"/>
    <dgm:cxn modelId="{E99993F1-48FC-4EF2-8733-E91543F2CF73}" type="presParOf" srcId="{1E999A36-9F05-4291-B310-B281A200A271}" destId="{04E90959-BDC6-48E1-B063-FF5EC90C0C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CC8ECA-CAE6-4938-B08F-2B6FC17BB42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61E0D0-796B-4ACC-9E3E-B316E390BB2C}">
      <dgm:prSet/>
      <dgm:spPr/>
      <dgm:t>
        <a:bodyPr/>
        <a:lstStyle/>
        <a:p>
          <a:r>
            <a:rPr lang="en-GB"/>
            <a:t>Adobe Rush</a:t>
          </a:r>
          <a:endParaRPr lang="en-US"/>
        </a:p>
      </dgm:t>
    </dgm:pt>
    <dgm:pt modelId="{0625FFBB-EC9E-4624-86D9-D2CB0B569174}" type="parTrans" cxnId="{022B04D5-DF9A-4ADE-9DCA-F89FBC609BBF}">
      <dgm:prSet/>
      <dgm:spPr/>
      <dgm:t>
        <a:bodyPr/>
        <a:lstStyle/>
        <a:p>
          <a:endParaRPr lang="en-US"/>
        </a:p>
      </dgm:t>
    </dgm:pt>
    <dgm:pt modelId="{757B5CC4-8F49-4DAA-A017-A4641F791AEA}" type="sibTrans" cxnId="{022B04D5-DF9A-4ADE-9DCA-F89FBC609BBF}">
      <dgm:prSet/>
      <dgm:spPr/>
      <dgm:t>
        <a:bodyPr/>
        <a:lstStyle/>
        <a:p>
          <a:endParaRPr lang="en-US"/>
        </a:p>
      </dgm:t>
    </dgm:pt>
    <dgm:pt modelId="{3A52A6D2-2769-4A78-B422-A21BBF25560C}">
      <dgm:prSet/>
      <dgm:spPr/>
      <dgm:t>
        <a:bodyPr/>
        <a:lstStyle/>
        <a:p>
          <a:r>
            <a:rPr lang="en-GB"/>
            <a:t>Adobe Premiere Pro</a:t>
          </a:r>
          <a:endParaRPr lang="en-US"/>
        </a:p>
      </dgm:t>
    </dgm:pt>
    <dgm:pt modelId="{04A20C12-F96C-419F-B7E4-33A4A45F2415}" type="parTrans" cxnId="{4D0411DA-90A7-43AA-A29B-6FE1AEBAD9A0}">
      <dgm:prSet/>
      <dgm:spPr/>
      <dgm:t>
        <a:bodyPr/>
        <a:lstStyle/>
        <a:p>
          <a:endParaRPr lang="en-US"/>
        </a:p>
      </dgm:t>
    </dgm:pt>
    <dgm:pt modelId="{C06FB212-C2FD-4E29-B3AB-A12ED13E76E7}" type="sibTrans" cxnId="{4D0411DA-90A7-43AA-A29B-6FE1AEBAD9A0}">
      <dgm:prSet/>
      <dgm:spPr/>
      <dgm:t>
        <a:bodyPr/>
        <a:lstStyle/>
        <a:p>
          <a:endParaRPr lang="en-US"/>
        </a:p>
      </dgm:t>
    </dgm:pt>
    <dgm:pt modelId="{F6C0C477-1D2D-4CD0-8830-C2A34D37D6CE}">
      <dgm:prSet/>
      <dgm:spPr/>
      <dgm:t>
        <a:bodyPr/>
        <a:lstStyle/>
        <a:p>
          <a:r>
            <a:rPr lang="en-GB"/>
            <a:t>Adobe Audition</a:t>
          </a:r>
          <a:endParaRPr lang="en-US"/>
        </a:p>
      </dgm:t>
    </dgm:pt>
    <dgm:pt modelId="{ED1A2A83-FEB7-4685-9841-D0C96970A826}" type="parTrans" cxnId="{9FB07BBB-F3BD-4E1F-A704-E1B44C067048}">
      <dgm:prSet/>
      <dgm:spPr/>
      <dgm:t>
        <a:bodyPr/>
        <a:lstStyle/>
        <a:p>
          <a:endParaRPr lang="en-US"/>
        </a:p>
      </dgm:t>
    </dgm:pt>
    <dgm:pt modelId="{D14D0B20-59D5-4D1D-A8CB-D46FE654C026}" type="sibTrans" cxnId="{9FB07BBB-F3BD-4E1F-A704-E1B44C067048}">
      <dgm:prSet/>
      <dgm:spPr/>
      <dgm:t>
        <a:bodyPr/>
        <a:lstStyle/>
        <a:p>
          <a:endParaRPr lang="en-US"/>
        </a:p>
      </dgm:t>
    </dgm:pt>
    <dgm:pt modelId="{7CCA03DB-4A4E-4DF7-BD26-2776F7F5B42D}">
      <dgm:prSet/>
      <dgm:spPr/>
      <dgm:t>
        <a:bodyPr/>
        <a:lstStyle/>
        <a:p>
          <a:r>
            <a:rPr lang="en-GB"/>
            <a:t>Adobe After Effects</a:t>
          </a:r>
          <a:endParaRPr lang="en-US"/>
        </a:p>
      </dgm:t>
    </dgm:pt>
    <dgm:pt modelId="{97CBFE4C-57C9-4EE4-B5C1-77AB618364D2}" type="parTrans" cxnId="{037560E2-E72A-4A1D-A35F-384656348C28}">
      <dgm:prSet/>
      <dgm:spPr/>
      <dgm:t>
        <a:bodyPr/>
        <a:lstStyle/>
        <a:p>
          <a:endParaRPr lang="en-US"/>
        </a:p>
      </dgm:t>
    </dgm:pt>
    <dgm:pt modelId="{F25DEE63-E364-49D7-AB6D-70047699A10B}" type="sibTrans" cxnId="{037560E2-E72A-4A1D-A35F-384656348C28}">
      <dgm:prSet/>
      <dgm:spPr/>
      <dgm:t>
        <a:bodyPr/>
        <a:lstStyle/>
        <a:p>
          <a:endParaRPr lang="en-US"/>
        </a:p>
      </dgm:t>
    </dgm:pt>
    <dgm:pt modelId="{863EFF04-6EBE-4B62-A251-A9604EC8D538}">
      <dgm:prSet/>
      <dgm:spPr/>
      <dgm:t>
        <a:bodyPr/>
        <a:lstStyle/>
        <a:p>
          <a:r>
            <a:rPr lang="en-GB"/>
            <a:t>Adobe Spark</a:t>
          </a:r>
          <a:endParaRPr lang="en-US"/>
        </a:p>
      </dgm:t>
    </dgm:pt>
    <dgm:pt modelId="{1C36DC9A-CCB3-470D-8F6E-8797BAC64171}" type="parTrans" cxnId="{2B8256C6-B748-4CCC-922F-727BE328053A}">
      <dgm:prSet/>
      <dgm:spPr/>
      <dgm:t>
        <a:bodyPr/>
        <a:lstStyle/>
        <a:p>
          <a:endParaRPr lang="en-US"/>
        </a:p>
      </dgm:t>
    </dgm:pt>
    <dgm:pt modelId="{8F44FE2A-8EBC-43F0-B84F-87B377C9C239}" type="sibTrans" cxnId="{2B8256C6-B748-4CCC-922F-727BE328053A}">
      <dgm:prSet/>
      <dgm:spPr/>
      <dgm:t>
        <a:bodyPr/>
        <a:lstStyle/>
        <a:p>
          <a:endParaRPr lang="en-US"/>
        </a:p>
      </dgm:t>
    </dgm:pt>
    <dgm:pt modelId="{31F55C7A-2D40-4999-B81E-176FD0386201}">
      <dgm:prSet/>
      <dgm:spPr/>
      <dgm:t>
        <a:bodyPr/>
        <a:lstStyle/>
        <a:p>
          <a:r>
            <a:rPr lang="en-GB"/>
            <a:t>Microsoft Office</a:t>
          </a:r>
          <a:endParaRPr lang="en-US"/>
        </a:p>
      </dgm:t>
    </dgm:pt>
    <dgm:pt modelId="{59FC1AB6-B8D7-434F-9460-0B53F74E3BDD}" type="parTrans" cxnId="{68625975-F29E-4F94-A7B0-1907F76CF1F9}">
      <dgm:prSet/>
      <dgm:spPr/>
      <dgm:t>
        <a:bodyPr/>
        <a:lstStyle/>
        <a:p>
          <a:endParaRPr lang="en-US"/>
        </a:p>
      </dgm:t>
    </dgm:pt>
    <dgm:pt modelId="{81F1C3E7-5028-4A36-83B9-2F95B29540DE}" type="sibTrans" cxnId="{68625975-F29E-4F94-A7B0-1907F76CF1F9}">
      <dgm:prSet/>
      <dgm:spPr/>
      <dgm:t>
        <a:bodyPr/>
        <a:lstStyle/>
        <a:p>
          <a:endParaRPr lang="en-US"/>
        </a:p>
      </dgm:t>
    </dgm:pt>
    <dgm:pt modelId="{9F89B0C9-4625-4609-9B80-9B7A0570C953}">
      <dgm:prSet/>
      <dgm:spPr/>
      <dgm:t>
        <a:bodyPr/>
        <a:lstStyle/>
        <a:p>
          <a:r>
            <a:rPr lang="en-GB"/>
            <a:t>Microsoft Teams</a:t>
          </a:r>
          <a:endParaRPr lang="en-US"/>
        </a:p>
      </dgm:t>
    </dgm:pt>
    <dgm:pt modelId="{44DB4D5B-5382-4A33-BEF3-4CD001CEC337}" type="parTrans" cxnId="{76B6193F-B72C-4EF6-BF82-E327CECA553E}">
      <dgm:prSet/>
      <dgm:spPr/>
      <dgm:t>
        <a:bodyPr/>
        <a:lstStyle/>
        <a:p>
          <a:endParaRPr lang="en-US"/>
        </a:p>
      </dgm:t>
    </dgm:pt>
    <dgm:pt modelId="{27DA35A2-ADDE-4C70-A7E6-08C4E56702F4}" type="sibTrans" cxnId="{76B6193F-B72C-4EF6-BF82-E327CECA553E}">
      <dgm:prSet/>
      <dgm:spPr/>
      <dgm:t>
        <a:bodyPr/>
        <a:lstStyle/>
        <a:p>
          <a:endParaRPr lang="en-US"/>
        </a:p>
      </dgm:t>
    </dgm:pt>
    <dgm:pt modelId="{6FFDFBC1-B1A9-4C63-BFF6-5C7FADC76572}">
      <dgm:prSet/>
      <dgm:spPr/>
      <dgm:t>
        <a:bodyPr/>
        <a:lstStyle/>
        <a:p>
          <a:r>
            <a:rPr lang="en-GB"/>
            <a:t>Zoom</a:t>
          </a:r>
          <a:endParaRPr lang="en-US"/>
        </a:p>
      </dgm:t>
    </dgm:pt>
    <dgm:pt modelId="{E7A53DFA-58DB-493C-8F7B-86D817001F2A}" type="parTrans" cxnId="{93CAD56E-0B8D-45A8-9103-368CCD2FB982}">
      <dgm:prSet/>
      <dgm:spPr/>
      <dgm:t>
        <a:bodyPr/>
        <a:lstStyle/>
        <a:p>
          <a:endParaRPr lang="en-US"/>
        </a:p>
      </dgm:t>
    </dgm:pt>
    <dgm:pt modelId="{7C1EFE68-7E97-4843-819E-243335B32F01}" type="sibTrans" cxnId="{93CAD56E-0B8D-45A8-9103-368CCD2FB982}">
      <dgm:prSet/>
      <dgm:spPr/>
      <dgm:t>
        <a:bodyPr/>
        <a:lstStyle/>
        <a:p>
          <a:endParaRPr lang="en-US"/>
        </a:p>
      </dgm:t>
    </dgm:pt>
    <dgm:pt modelId="{30BA597F-5DBB-4078-BA25-9257D930ABF3}">
      <dgm:prSet/>
      <dgm:spPr/>
      <dgm:t>
        <a:bodyPr/>
        <a:lstStyle/>
        <a:p>
          <a:r>
            <a:rPr lang="en-GB"/>
            <a:t>Google Meet</a:t>
          </a:r>
          <a:endParaRPr lang="en-US"/>
        </a:p>
      </dgm:t>
    </dgm:pt>
    <dgm:pt modelId="{C5270369-FF1D-4773-B73A-636F8EB87A9B}" type="parTrans" cxnId="{9C9823F9-7C50-4894-802A-19BE75977F38}">
      <dgm:prSet/>
      <dgm:spPr/>
      <dgm:t>
        <a:bodyPr/>
        <a:lstStyle/>
        <a:p>
          <a:endParaRPr lang="en-US"/>
        </a:p>
      </dgm:t>
    </dgm:pt>
    <dgm:pt modelId="{4BB6AB57-3523-4FDA-AFB3-4925138EFA7A}" type="sibTrans" cxnId="{9C9823F9-7C50-4894-802A-19BE75977F38}">
      <dgm:prSet/>
      <dgm:spPr/>
      <dgm:t>
        <a:bodyPr/>
        <a:lstStyle/>
        <a:p>
          <a:endParaRPr lang="en-US"/>
        </a:p>
      </dgm:t>
    </dgm:pt>
    <dgm:pt modelId="{F88726BD-44A6-4448-AA34-45EF8BBB0A18}" type="pres">
      <dgm:prSet presAssocID="{57CC8ECA-CAE6-4938-B08F-2B6FC17BB420}" presName="vert0" presStyleCnt="0">
        <dgm:presLayoutVars>
          <dgm:dir/>
          <dgm:animOne val="branch"/>
          <dgm:animLvl val="lvl"/>
        </dgm:presLayoutVars>
      </dgm:prSet>
      <dgm:spPr/>
    </dgm:pt>
    <dgm:pt modelId="{EE978F80-E804-439B-A372-D29E85857F9F}" type="pres">
      <dgm:prSet presAssocID="{5961E0D0-796B-4ACC-9E3E-B316E390BB2C}" presName="thickLine" presStyleLbl="alignNode1" presStyleIdx="0" presStyleCnt="9"/>
      <dgm:spPr/>
    </dgm:pt>
    <dgm:pt modelId="{62E7C7AA-A64F-4121-BE69-BD15AAA9FC5F}" type="pres">
      <dgm:prSet presAssocID="{5961E0D0-796B-4ACC-9E3E-B316E390BB2C}" presName="horz1" presStyleCnt="0"/>
      <dgm:spPr/>
    </dgm:pt>
    <dgm:pt modelId="{5C00CEA6-0056-4D9B-85E6-05E1E67D1FDA}" type="pres">
      <dgm:prSet presAssocID="{5961E0D0-796B-4ACC-9E3E-B316E390BB2C}" presName="tx1" presStyleLbl="revTx" presStyleIdx="0" presStyleCnt="9"/>
      <dgm:spPr/>
    </dgm:pt>
    <dgm:pt modelId="{EC8A0E1A-C4CA-4771-9A4A-5B2371D53228}" type="pres">
      <dgm:prSet presAssocID="{5961E0D0-796B-4ACC-9E3E-B316E390BB2C}" presName="vert1" presStyleCnt="0"/>
      <dgm:spPr/>
    </dgm:pt>
    <dgm:pt modelId="{6F65EDB0-48B7-4AC1-8CC9-691ED889C642}" type="pres">
      <dgm:prSet presAssocID="{3A52A6D2-2769-4A78-B422-A21BBF25560C}" presName="thickLine" presStyleLbl="alignNode1" presStyleIdx="1" presStyleCnt="9"/>
      <dgm:spPr/>
    </dgm:pt>
    <dgm:pt modelId="{A2D231BC-97E7-411A-95D2-5F6F90B173D7}" type="pres">
      <dgm:prSet presAssocID="{3A52A6D2-2769-4A78-B422-A21BBF25560C}" presName="horz1" presStyleCnt="0"/>
      <dgm:spPr/>
    </dgm:pt>
    <dgm:pt modelId="{DF167564-A252-44AF-972A-296A00BCB12F}" type="pres">
      <dgm:prSet presAssocID="{3A52A6D2-2769-4A78-B422-A21BBF25560C}" presName="tx1" presStyleLbl="revTx" presStyleIdx="1" presStyleCnt="9"/>
      <dgm:spPr/>
    </dgm:pt>
    <dgm:pt modelId="{2AAD75C4-F7F3-4CB9-9179-FB28AA2DAA00}" type="pres">
      <dgm:prSet presAssocID="{3A52A6D2-2769-4A78-B422-A21BBF25560C}" presName="vert1" presStyleCnt="0"/>
      <dgm:spPr/>
    </dgm:pt>
    <dgm:pt modelId="{77A9FE2D-CA24-49D5-92D7-B14A2D541482}" type="pres">
      <dgm:prSet presAssocID="{F6C0C477-1D2D-4CD0-8830-C2A34D37D6CE}" presName="thickLine" presStyleLbl="alignNode1" presStyleIdx="2" presStyleCnt="9"/>
      <dgm:spPr/>
    </dgm:pt>
    <dgm:pt modelId="{5425807A-398D-4798-9184-DB41890EF5B6}" type="pres">
      <dgm:prSet presAssocID="{F6C0C477-1D2D-4CD0-8830-C2A34D37D6CE}" presName="horz1" presStyleCnt="0"/>
      <dgm:spPr/>
    </dgm:pt>
    <dgm:pt modelId="{B7AB58C0-F30C-4B78-976E-7590C104BAEF}" type="pres">
      <dgm:prSet presAssocID="{F6C0C477-1D2D-4CD0-8830-C2A34D37D6CE}" presName="tx1" presStyleLbl="revTx" presStyleIdx="2" presStyleCnt="9"/>
      <dgm:spPr/>
    </dgm:pt>
    <dgm:pt modelId="{1680A3C7-81FE-4F1F-92CD-A7AE7A25D94A}" type="pres">
      <dgm:prSet presAssocID="{F6C0C477-1D2D-4CD0-8830-C2A34D37D6CE}" presName="vert1" presStyleCnt="0"/>
      <dgm:spPr/>
    </dgm:pt>
    <dgm:pt modelId="{B34DFA6A-1E00-4679-B978-B7F78921AAFF}" type="pres">
      <dgm:prSet presAssocID="{7CCA03DB-4A4E-4DF7-BD26-2776F7F5B42D}" presName="thickLine" presStyleLbl="alignNode1" presStyleIdx="3" presStyleCnt="9"/>
      <dgm:spPr/>
    </dgm:pt>
    <dgm:pt modelId="{EB68E7FD-0B76-498C-A2D2-35658702E9FA}" type="pres">
      <dgm:prSet presAssocID="{7CCA03DB-4A4E-4DF7-BD26-2776F7F5B42D}" presName="horz1" presStyleCnt="0"/>
      <dgm:spPr/>
    </dgm:pt>
    <dgm:pt modelId="{80FC9B7D-61F1-436D-8E87-201E2AE0584F}" type="pres">
      <dgm:prSet presAssocID="{7CCA03DB-4A4E-4DF7-BD26-2776F7F5B42D}" presName="tx1" presStyleLbl="revTx" presStyleIdx="3" presStyleCnt="9"/>
      <dgm:spPr/>
    </dgm:pt>
    <dgm:pt modelId="{2F541EC9-668F-49E8-AF78-85CDD6AA6F41}" type="pres">
      <dgm:prSet presAssocID="{7CCA03DB-4A4E-4DF7-BD26-2776F7F5B42D}" presName="vert1" presStyleCnt="0"/>
      <dgm:spPr/>
    </dgm:pt>
    <dgm:pt modelId="{E306CC7B-545B-43DA-B9CD-A20094394557}" type="pres">
      <dgm:prSet presAssocID="{863EFF04-6EBE-4B62-A251-A9604EC8D538}" presName="thickLine" presStyleLbl="alignNode1" presStyleIdx="4" presStyleCnt="9"/>
      <dgm:spPr/>
    </dgm:pt>
    <dgm:pt modelId="{9B5FE03C-6E59-4A16-800D-CA24A862AE1D}" type="pres">
      <dgm:prSet presAssocID="{863EFF04-6EBE-4B62-A251-A9604EC8D538}" presName="horz1" presStyleCnt="0"/>
      <dgm:spPr/>
    </dgm:pt>
    <dgm:pt modelId="{40441C3C-6040-45DE-A1D6-B0FD62F84485}" type="pres">
      <dgm:prSet presAssocID="{863EFF04-6EBE-4B62-A251-A9604EC8D538}" presName="tx1" presStyleLbl="revTx" presStyleIdx="4" presStyleCnt="9"/>
      <dgm:spPr/>
    </dgm:pt>
    <dgm:pt modelId="{F024298F-9C8E-4856-B120-ED5BFFF76C71}" type="pres">
      <dgm:prSet presAssocID="{863EFF04-6EBE-4B62-A251-A9604EC8D538}" presName="vert1" presStyleCnt="0"/>
      <dgm:spPr/>
    </dgm:pt>
    <dgm:pt modelId="{E6E8BB8C-55DF-4001-A017-56B3EB0F60AF}" type="pres">
      <dgm:prSet presAssocID="{31F55C7A-2D40-4999-B81E-176FD0386201}" presName="thickLine" presStyleLbl="alignNode1" presStyleIdx="5" presStyleCnt="9"/>
      <dgm:spPr/>
    </dgm:pt>
    <dgm:pt modelId="{D45169FA-32E7-4BBC-AB9F-528849E7B9AC}" type="pres">
      <dgm:prSet presAssocID="{31F55C7A-2D40-4999-B81E-176FD0386201}" presName="horz1" presStyleCnt="0"/>
      <dgm:spPr/>
    </dgm:pt>
    <dgm:pt modelId="{FC8601A9-1A5B-4653-A7D4-E81BA976AC6A}" type="pres">
      <dgm:prSet presAssocID="{31F55C7A-2D40-4999-B81E-176FD0386201}" presName="tx1" presStyleLbl="revTx" presStyleIdx="5" presStyleCnt="9"/>
      <dgm:spPr/>
    </dgm:pt>
    <dgm:pt modelId="{56F98D81-FF84-443B-880D-1D6892E4DA25}" type="pres">
      <dgm:prSet presAssocID="{31F55C7A-2D40-4999-B81E-176FD0386201}" presName="vert1" presStyleCnt="0"/>
      <dgm:spPr/>
    </dgm:pt>
    <dgm:pt modelId="{1E55675A-5389-4A04-B0F0-28384C12FB9F}" type="pres">
      <dgm:prSet presAssocID="{9F89B0C9-4625-4609-9B80-9B7A0570C953}" presName="thickLine" presStyleLbl="alignNode1" presStyleIdx="6" presStyleCnt="9"/>
      <dgm:spPr/>
    </dgm:pt>
    <dgm:pt modelId="{81F9C2B4-0895-45F8-91D3-2F2362F28371}" type="pres">
      <dgm:prSet presAssocID="{9F89B0C9-4625-4609-9B80-9B7A0570C953}" presName="horz1" presStyleCnt="0"/>
      <dgm:spPr/>
    </dgm:pt>
    <dgm:pt modelId="{70FFFE0D-99BE-45BB-9E34-B744490D9250}" type="pres">
      <dgm:prSet presAssocID="{9F89B0C9-4625-4609-9B80-9B7A0570C953}" presName="tx1" presStyleLbl="revTx" presStyleIdx="6" presStyleCnt="9"/>
      <dgm:spPr/>
    </dgm:pt>
    <dgm:pt modelId="{FF1859C7-7116-4778-9C2F-005FEC7C0384}" type="pres">
      <dgm:prSet presAssocID="{9F89B0C9-4625-4609-9B80-9B7A0570C953}" presName="vert1" presStyleCnt="0"/>
      <dgm:spPr/>
    </dgm:pt>
    <dgm:pt modelId="{3C7E9FD7-041E-4FCE-B76C-8A1D40AD4559}" type="pres">
      <dgm:prSet presAssocID="{6FFDFBC1-B1A9-4C63-BFF6-5C7FADC76572}" presName="thickLine" presStyleLbl="alignNode1" presStyleIdx="7" presStyleCnt="9"/>
      <dgm:spPr/>
    </dgm:pt>
    <dgm:pt modelId="{85C2D903-E32C-41E0-8C59-A26894A69B4A}" type="pres">
      <dgm:prSet presAssocID="{6FFDFBC1-B1A9-4C63-BFF6-5C7FADC76572}" presName="horz1" presStyleCnt="0"/>
      <dgm:spPr/>
    </dgm:pt>
    <dgm:pt modelId="{5AF45298-118D-4C9A-8DB3-6814F31F6CCC}" type="pres">
      <dgm:prSet presAssocID="{6FFDFBC1-B1A9-4C63-BFF6-5C7FADC76572}" presName="tx1" presStyleLbl="revTx" presStyleIdx="7" presStyleCnt="9"/>
      <dgm:spPr/>
    </dgm:pt>
    <dgm:pt modelId="{D1A29B26-0000-44EA-A133-85C5B1D9479C}" type="pres">
      <dgm:prSet presAssocID="{6FFDFBC1-B1A9-4C63-BFF6-5C7FADC76572}" presName="vert1" presStyleCnt="0"/>
      <dgm:spPr/>
    </dgm:pt>
    <dgm:pt modelId="{0D71C7C1-BF9E-48EF-A895-609F2DD8189D}" type="pres">
      <dgm:prSet presAssocID="{30BA597F-5DBB-4078-BA25-9257D930ABF3}" presName="thickLine" presStyleLbl="alignNode1" presStyleIdx="8" presStyleCnt="9"/>
      <dgm:spPr/>
    </dgm:pt>
    <dgm:pt modelId="{5AB945AB-E821-4030-B1D7-92EA2E7E15A6}" type="pres">
      <dgm:prSet presAssocID="{30BA597F-5DBB-4078-BA25-9257D930ABF3}" presName="horz1" presStyleCnt="0"/>
      <dgm:spPr/>
    </dgm:pt>
    <dgm:pt modelId="{98DFF7F3-87D2-459F-848F-3509FAF6EC9D}" type="pres">
      <dgm:prSet presAssocID="{30BA597F-5DBB-4078-BA25-9257D930ABF3}" presName="tx1" presStyleLbl="revTx" presStyleIdx="8" presStyleCnt="9"/>
      <dgm:spPr/>
    </dgm:pt>
    <dgm:pt modelId="{00E56301-D076-4490-8E90-AA0848BB7A47}" type="pres">
      <dgm:prSet presAssocID="{30BA597F-5DBB-4078-BA25-9257D930ABF3}" presName="vert1" presStyleCnt="0"/>
      <dgm:spPr/>
    </dgm:pt>
  </dgm:ptLst>
  <dgm:cxnLst>
    <dgm:cxn modelId="{76B6193F-B72C-4EF6-BF82-E327CECA553E}" srcId="{57CC8ECA-CAE6-4938-B08F-2B6FC17BB420}" destId="{9F89B0C9-4625-4609-9B80-9B7A0570C953}" srcOrd="6" destOrd="0" parTransId="{44DB4D5B-5382-4A33-BEF3-4CD001CEC337}" sibTransId="{27DA35A2-ADDE-4C70-A7E6-08C4E56702F4}"/>
    <dgm:cxn modelId="{93CAD56E-0B8D-45A8-9103-368CCD2FB982}" srcId="{57CC8ECA-CAE6-4938-B08F-2B6FC17BB420}" destId="{6FFDFBC1-B1A9-4C63-BFF6-5C7FADC76572}" srcOrd="7" destOrd="0" parTransId="{E7A53DFA-58DB-493C-8F7B-86D817001F2A}" sibTransId="{7C1EFE68-7E97-4843-819E-243335B32F01}"/>
    <dgm:cxn modelId="{154B9C51-F294-4B29-A653-F5D88C390375}" type="presOf" srcId="{9F89B0C9-4625-4609-9B80-9B7A0570C953}" destId="{70FFFE0D-99BE-45BB-9E34-B744490D9250}" srcOrd="0" destOrd="0" presId="urn:microsoft.com/office/officeart/2008/layout/LinedList"/>
    <dgm:cxn modelId="{68625975-F29E-4F94-A7B0-1907F76CF1F9}" srcId="{57CC8ECA-CAE6-4938-B08F-2B6FC17BB420}" destId="{31F55C7A-2D40-4999-B81E-176FD0386201}" srcOrd="5" destOrd="0" parTransId="{59FC1AB6-B8D7-434F-9460-0B53F74E3BDD}" sibTransId="{81F1C3E7-5028-4A36-83B9-2F95B29540DE}"/>
    <dgm:cxn modelId="{DA882B82-3B87-4063-BD47-92CB57BD6DEF}" type="presOf" srcId="{3A52A6D2-2769-4A78-B422-A21BBF25560C}" destId="{DF167564-A252-44AF-972A-296A00BCB12F}" srcOrd="0" destOrd="0" presId="urn:microsoft.com/office/officeart/2008/layout/LinedList"/>
    <dgm:cxn modelId="{18B137A0-7252-440C-A435-89EF21C32376}" type="presOf" srcId="{30BA597F-5DBB-4078-BA25-9257D930ABF3}" destId="{98DFF7F3-87D2-459F-848F-3509FAF6EC9D}" srcOrd="0" destOrd="0" presId="urn:microsoft.com/office/officeart/2008/layout/LinedList"/>
    <dgm:cxn modelId="{F792B8B2-168D-40D9-B74C-F10FF4BCDD71}" type="presOf" srcId="{F6C0C477-1D2D-4CD0-8830-C2A34D37D6CE}" destId="{B7AB58C0-F30C-4B78-976E-7590C104BAEF}" srcOrd="0" destOrd="0" presId="urn:microsoft.com/office/officeart/2008/layout/LinedList"/>
    <dgm:cxn modelId="{920CA6BA-2CA6-4611-B845-C732A47A9A83}" type="presOf" srcId="{7CCA03DB-4A4E-4DF7-BD26-2776F7F5B42D}" destId="{80FC9B7D-61F1-436D-8E87-201E2AE0584F}" srcOrd="0" destOrd="0" presId="urn:microsoft.com/office/officeart/2008/layout/LinedList"/>
    <dgm:cxn modelId="{9FB07BBB-F3BD-4E1F-A704-E1B44C067048}" srcId="{57CC8ECA-CAE6-4938-B08F-2B6FC17BB420}" destId="{F6C0C477-1D2D-4CD0-8830-C2A34D37D6CE}" srcOrd="2" destOrd="0" parTransId="{ED1A2A83-FEB7-4685-9841-D0C96970A826}" sibTransId="{D14D0B20-59D5-4D1D-A8CB-D46FE654C026}"/>
    <dgm:cxn modelId="{2B8256C6-B748-4CCC-922F-727BE328053A}" srcId="{57CC8ECA-CAE6-4938-B08F-2B6FC17BB420}" destId="{863EFF04-6EBE-4B62-A251-A9604EC8D538}" srcOrd="4" destOrd="0" parTransId="{1C36DC9A-CCB3-470D-8F6E-8797BAC64171}" sibTransId="{8F44FE2A-8EBC-43F0-B84F-87B377C9C239}"/>
    <dgm:cxn modelId="{662757C8-940C-4795-A3E5-01887C7EB56E}" type="presOf" srcId="{57CC8ECA-CAE6-4938-B08F-2B6FC17BB420}" destId="{F88726BD-44A6-4448-AA34-45EF8BBB0A18}" srcOrd="0" destOrd="0" presId="urn:microsoft.com/office/officeart/2008/layout/LinedList"/>
    <dgm:cxn modelId="{314088CB-B366-4613-ADDE-85F9EED563C9}" type="presOf" srcId="{863EFF04-6EBE-4B62-A251-A9604EC8D538}" destId="{40441C3C-6040-45DE-A1D6-B0FD62F84485}" srcOrd="0" destOrd="0" presId="urn:microsoft.com/office/officeart/2008/layout/LinedList"/>
    <dgm:cxn modelId="{ADB915CD-7984-43B4-B39A-6F0F09F5115E}" type="presOf" srcId="{31F55C7A-2D40-4999-B81E-176FD0386201}" destId="{FC8601A9-1A5B-4653-A7D4-E81BA976AC6A}" srcOrd="0" destOrd="0" presId="urn:microsoft.com/office/officeart/2008/layout/LinedList"/>
    <dgm:cxn modelId="{022B04D5-DF9A-4ADE-9DCA-F89FBC609BBF}" srcId="{57CC8ECA-CAE6-4938-B08F-2B6FC17BB420}" destId="{5961E0D0-796B-4ACC-9E3E-B316E390BB2C}" srcOrd="0" destOrd="0" parTransId="{0625FFBB-EC9E-4624-86D9-D2CB0B569174}" sibTransId="{757B5CC4-8F49-4DAA-A017-A4641F791AEA}"/>
    <dgm:cxn modelId="{4D0411DA-90A7-43AA-A29B-6FE1AEBAD9A0}" srcId="{57CC8ECA-CAE6-4938-B08F-2B6FC17BB420}" destId="{3A52A6D2-2769-4A78-B422-A21BBF25560C}" srcOrd="1" destOrd="0" parTransId="{04A20C12-F96C-419F-B7E4-33A4A45F2415}" sibTransId="{C06FB212-C2FD-4E29-B3AB-A12ED13E76E7}"/>
    <dgm:cxn modelId="{037560E2-E72A-4A1D-A35F-384656348C28}" srcId="{57CC8ECA-CAE6-4938-B08F-2B6FC17BB420}" destId="{7CCA03DB-4A4E-4DF7-BD26-2776F7F5B42D}" srcOrd="3" destOrd="0" parTransId="{97CBFE4C-57C9-4EE4-B5C1-77AB618364D2}" sibTransId="{F25DEE63-E364-49D7-AB6D-70047699A10B}"/>
    <dgm:cxn modelId="{08DE3BE4-F37D-4153-BB48-8AA58560A7B9}" type="presOf" srcId="{6FFDFBC1-B1A9-4C63-BFF6-5C7FADC76572}" destId="{5AF45298-118D-4C9A-8DB3-6814F31F6CCC}" srcOrd="0" destOrd="0" presId="urn:microsoft.com/office/officeart/2008/layout/LinedList"/>
    <dgm:cxn modelId="{9C9823F9-7C50-4894-802A-19BE75977F38}" srcId="{57CC8ECA-CAE6-4938-B08F-2B6FC17BB420}" destId="{30BA597F-5DBB-4078-BA25-9257D930ABF3}" srcOrd="8" destOrd="0" parTransId="{C5270369-FF1D-4773-B73A-636F8EB87A9B}" sibTransId="{4BB6AB57-3523-4FDA-AFB3-4925138EFA7A}"/>
    <dgm:cxn modelId="{7391D8FB-F1EC-4421-BA29-99138E614FF8}" type="presOf" srcId="{5961E0D0-796B-4ACC-9E3E-B316E390BB2C}" destId="{5C00CEA6-0056-4D9B-85E6-05E1E67D1FDA}" srcOrd="0" destOrd="0" presId="urn:microsoft.com/office/officeart/2008/layout/LinedList"/>
    <dgm:cxn modelId="{B5272C29-1BD5-49F7-AAD2-41ADC129FB3C}" type="presParOf" srcId="{F88726BD-44A6-4448-AA34-45EF8BBB0A18}" destId="{EE978F80-E804-439B-A372-D29E85857F9F}" srcOrd="0" destOrd="0" presId="urn:microsoft.com/office/officeart/2008/layout/LinedList"/>
    <dgm:cxn modelId="{A808CEFC-1A84-4186-A5D2-6B5741DD6435}" type="presParOf" srcId="{F88726BD-44A6-4448-AA34-45EF8BBB0A18}" destId="{62E7C7AA-A64F-4121-BE69-BD15AAA9FC5F}" srcOrd="1" destOrd="0" presId="urn:microsoft.com/office/officeart/2008/layout/LinedList"/>
    <dgm:cxn modelId="{9DFC7256-3667-4B44-B9FC-25B027A741F2}" type="presParOf" srcId="{62E7C7AA-A64F-4121-BE69-BD15AAA9FC5F}" destId="{5C00CEA6-0056-4D9B-85E6-05E1E67D1FDA}" srcOrd="0" destOrd="0" presId="urn:microsoft.com/office/officeart/2008/layout/LinedList"/>
    <dgm:cxn modelId="{A777179A-0B84-4EB6-AF21-08097EDC12CF}" type="presParOf" srcId="{62E7C7AA-A64F-4121-BE69-BD15AAA9FC5F}" destId="{EC8A0E1A-C4CA-4771-9A4A-5B2371D53228}" srcOrd="1" destOrd="0" presId="urn:microsoft.com/office/officeart/2008/layout/LinedList"/>
    <dgm:cxn modelId="{8069537E-ADAB-45DB-9B18-46E0B401F2B9}" type="presParOf" srcId="{F88726BD-44A6-4448-AA34-45EF8BBB0A18}" destId="{6F65EDB0-48B7-4AC1-8CC9-691ED889C642}" srcOrd="2" destOrd="0" presId="urn:microsoft.com/office/officeart/2008/layout/LinedList"/>
    <dgm:cxn modelId="{C45D086D-D6D3-4D19-BAD3-7F6DB0104335}" type="presParOf" srcId="{F88726BD-44A6-4448-AA34-45EF8BBB0A18}" destId="{A2D231BC-97E7-411A-95D2-5F6F90B173D7}" srcOrd="3" destOrd="0" presId="urn:microsoft.com/office/officeart/2008/layout/LinedList"/>
    <dgm:cxn modelId="{86D7DB66-0188-4332-B76C-2B3F180FA34E}" type="presParOf" srcId="{A2D231BC-97E7-411A-95D2-5F6F90B173D7}" destId="{DF167564-A252-44AF-972A-296A00BCB12F}" srcOrd="0" destOrd="0" presId="urn:microsoft.com/office/officeart/2008/layout/LinedList"/>
    <dgm:cxn modelId="{645137E9-9DE3-46D2-BE3B-AC025418EAE4}" type="presParOf" srcId="{A2D231BC-97E7-411A-95D2-5F6F90B173D7}" destId="{2AAD75C4-F7F3-4CB9-9179-FB28AA2DAA00}" srcOrd="1" destOrd="0" presId="urn:microsoft.com/office/officeart/2008/layout/LinedList"/>
    <dgm:cxn modelId="{9C763EB4-1620-4D49-A919-5FE1A926DEB4}" type="presParOf" srcId="{F88726BD-44A6-4448-AA34-45EF8BBB0A18}" destId="{77A9FE2D-CA24-49D5-92D7-B14A2D541482}" srcOrd="4" destOrd="0" presId="urn:microsoft.com/office/officeart/2008/layout/LinedList"/>
    <dgm:cxn modelId="{1A94AA60-CB2E-4FA7-9E83-C470617052C1}" type="presParOf" srcId="{F88726BD-44A6-4448-AA34-45EF8BBB0A18}" destId="{5425807A-398D-4798-9184-DB41890EF5B6}" srcOrd="5" destOrd="0" presId="urn:microsoft.com/office/officeart/2008/layout/LinedList"/>
    <dgm:cxn modelId="{48CB5DAD-3614-4C61-BB37-30D795E26F7E}" type="presParOf" srcId="{5425807A-398D-4798-9184-DB41890EF5B6}" destId="{B7AB58C0-F30C-4B78-976E-7590C104BAEF}" srcOrd="0" destOrd="0" presId="urn:microsoft.com/office/officeart/2008/layout/LinedList"/>
    <dgm:cxn modelId="{AFEDE969-D140-4360-A77D-F3080C879643}" type="presParOf" srcId="{5425807A-398D-4798-9184-DB41890EF5B6}" destId="{1680A3C7-81FE-4F1F-92CD-A7AE7A25D94A}" srcOrd="1" destOrd="0" presId="urn:microsoft.com/office/officeart/2008/layout/LinedList"/>
    <dgm:cxn modelId="{E1D49C44-E638-4FFE-BF17-DE8D2B603CBD}" type="presParOf" srcId="{F88726BD-44A6-4448-AA34-45EF8BBB0A18}" destId="{B34DFA6A-1E00-4679-B978-B7F78921AAFF}" srcOrd="6" destOrd="0" presId="urn:microsoft.com/office/officeart/2008/layout/LinedList"/>
    <dgm:cxn modelId="{16FEE613-E74C-4F37-A2E8-3E326ED93A04}" type="presParOf" srcId="{F88726BD-44A6-4448-AA34-45EF8BBB0A18}" destId="{EB68E7FD-0B76-498C-A2D2-35658702E9FA}" srcOrd="7" destOrd="0" presId="urn:microsoft.com/office/officeart/2008/layout/LinedList"/>
    <dgm:cxn modelId="{BAD4E629-48AD-45F9-BB82-8140FC05B903}" type="presParOf" srcId="{EB68E7FD-0B76-498C-A2D2-35658702E9FA}" destId="{80FC9B7D-61F1-436D-8E87-201E2AE0584F}" srcOrd="0" destOrd="0" presId="urn:microsoft.com/office/officeart/2008/layout/LinedList"/>
    <dgm:cxn modelId="{D101D67F-E84A-46C3-8B78-6372E80FC73D}" type="presParOf" srcId="{EB68E7FD-0B76-498C-A2D2-35658702E9FA}" destId="{2F541EC9-668F-49E8-AF78-85CDD6AA6F41}" srcOrd="1" destOrd="0" presId="urn:microsoft.com/office/officeart/2008/layout/LinedList"/>
    <dgm:cxn modelId="{43ABDE21-3C38-48C4-9244-8A328E7BEB59}" type="presParOf" srcId="{F88726BD-44A6-4448-AA34-45EF8BBB0A18}" destId="{E306CC7B-545B-43DA-B9CD-A20094394557}" srcOrd="8" destOrd="0" presId="urn:microsoft.com/office/officeart/2008/layout/LinedList"/>
    <dgm:cxn modelId="{B62B2A7E-6012-49C6-A7DC-B09A86B09FB8}" type="presParOf" srcId="{F88726BD-44A6-4448-AA34-45EF8BBB0A18}" destId="{9B5FE03C-6E59-4A16-800D-CA24A862AE1D}" srcOrd="9" destOrd="0" presId="urn:microsoft.com/office/officeart/2008/layout/LinedList"/>
    <dgm:cxn modelId="{486FBA2B-8F5B-46FE-A80F-D87B8D5227AA}" type="presParOf" srcId="{9B5FE03C-6E59-4A16-800D-CA24A862AE1D}" destId="{40441C3C-6040-45DE-A1D6-B0FD62F84485}" srcOrd="0" destOrd="0" presId="urn:microsoft.com/office/officeart/2008/layout/LinedList"/>
    <dgm:cxn modelId="{EE78B0D2-376D-497F-8488-B796293B5442}" type="presParOf" srcId="{9B5FE03C-6E59-4A16-800D-CA24A862AE1D}" destId="{F024298F-9C8E-4856-B120-ED5BFFF76C71}" srcOrd="1" destOrd="0" presId="urn:microsoft.com/office/officeart/2008/layout/LinedList"/>
    <dgm:cxn modelId="{BEDBA732-1F28-4654-8910-06D12E2D55DE}" type="presParOf" srcId="{F88726BD-44A6-4448-AA34-45EF8BBB0A18}" destId="{E6E8BB8C-55DF-4001-A017-56B3EB0F60AF}" srcOrd="10" destOrd="0" presId="urn:microsoft.com/office/officeart/2008/layout/LinedList"/>
    <dgm:cxn modelId="{31CCBB5D-3129-41BF-9527-07F70B4AB9AF}" type="presParOf" srcId="{F88726BD-44A6-4448-AA34-45EF8BBB0A18}" destId="{D45169FA-32E7-4BBC-AB9F-528849E7B9AC}" srcOrd="11" destOrd="0" presId="urn:microsoft.com/office/officeart/2008/layout/LinedList"/>
    <dgm:cxn modelId="{5427CA96-7761-43D6-AEE0-1BBD36B31776}" type="presParOf" srcId="{D45169FA-32E7-4BBC-AB9F-528849E7B9AC}" destId="{FC8601A9-1A5B-4653-A7D4-E81BA976AC6A}" srcOrd="0" destOrd="0" presId="urn:microsoft.com/office/officeart/2008/layout/LinedList"/>
    <dgm:cxn modelId="{52AB7E60-832A-43AC-B69C-67E217501591}" type="presParOf" srcId="{D45169FA-32E7-4BBC-AB9F-528849E7B9AC}" destId="{56F98D81-FF84-443B-880D-1D6892E4DA25}" srcOrd="1" destOrd="0" presId="urn:microsoft.com/office/officeart/2008/layout/LinedList"/>
    <dgm:cxn modelId="{C70FD551-1A0B-49AD-B997-0BF63B08B7E9}" type="presParOf" srcId="{F88726BD-44A6-4448-AA34-45EF8BBB0A18}" destId="{1E55675A-5389-4A04-B0F0-28384C12FB9F}" srcOrd="12" destOrd="0" presId="urn:microsoft.com/office/officeart/2008/layout/LinedList"/>
    <dgm:cxn modelId="{2FDC82ED-3259-4F9F-A334-872111CCF020}" type="presParOf" srcId="{F88726BD-44A6-4448-AA34-45EF8BBB0A18}" destId="{81F9C2B4-0895-45F8-91D3-2F2362F28371}" srcOrd="13" destOrd="0" presId="urn:microsoft.com/office/officeart/2008/layout/LinedList"/>
    <dgm:cxn modelId="{BF3D1B00-3128-418A-9F06-F33C4611024F}" type="presParOf" srcId="{81F9C2B4-0895-45F8-91D3-2F2362F28371}" destId="{70FFFE0D-99BE-45BB-9E34-B744490D9250}" srcOrd="0" destOrd="0" presId="urn:microsoft.com/office/officeart/2008/layout/LinedList"/>
    <dgm:cxn modelId="{29BFFA55-FB56-4A7E-9A71-5DE25E4A2CCD}" type="presParOf" srcId="{81F9C2B4-0895-45F8-91D3-2F2362F28371}" destId="{FF1859C7-7116-4778-9C2F-005FEC7C0384}" srcOrd="1" destOrd="0" presId="urn:microsoft.com/office/officeart/2008/layout/LinedList"/>
    <dgm:cxn modelId="{241F327B-B51A-4208-AFE6-FAABE39C8039}" type="presParOf" srcId="{F88726BD-44A6-4448-AA34-45EF8BBB0A18}" destId="{3C7E9FD7-041E-4FCE-B76C-8A1D40AD4559}" srcOrd="14" destOrd="0" presId="urn:microsoft.com/office/officeart/2008/layout/LinedList"/>
    <dgm:cxn modelId="{8909F6AB-98BB-43CE-AA32-F53C8F98EAC8}" type="presParOf" srcId="{F88726BD-44A6-4448-AA34-45EF8BBB0A18}" destId="{85C2D903-E32C-41E0-8C59-A26894A69B4A}" srcOrd="15" destOrd="0" presId="urn:microsoft.com/office/officeart/2008/layout/LinedList"/>
    <dgm:cxn modelId="{C4876F1A-E8E8-4A7A-AC6D-795F7B4AE8DB}" type="presParOf" srcId="{85C2D903-E32C-41E0-8C59-A26894A69B4A}" destId="{5AF45298-118D-4C9A-8DB3-6814F31F6CCC}" srcOrd="0" destOrd="0" presId="urn:microsoft.com/office/officeart/2008/layout/LinedList"/>
    <dgm:cxn modelId="{C75B72ED-305E-4A02-8331-4257E8DB0063}" type="presParOf" srcId="{85C2D903-E32C-41E0-8C59-A26894A69B4A}" destId="{D1A29B26-0000-44EA-A133-85C5B1D9479C}" srcOrd="1" destOrd="0" presId="urn:microsoft.com/office/officeart/2008/layout/LinedList"/>
    <dgm:cxn modelId="{59A02E21-2D47-4074-84EF-739837621F6D}" type="presParOf" srcId="{F88726BD-44A6-4448-AA34-45EF8BBB0A18}" destId="{0D71C7C1-BF9E-48EF-A895-609F2DD8189D}" srcOrd="16" destOrd="0" presId="urn:microsoft.com/office/officeart/2008/layout/LinedList"/>
    <dgm:cxn modelId="{6FD7AE2B-4020-44C3-ADC9-AC46B05F7F95}" type="presParOf" srcId="{F88726BD-44A6-4448-AA34-45EF8BBB0A18}" destId="{5AB945AB-E821-4030-B1D7-92EA2E7E15A6}" srcOrd="17" destOrd="0" presId="urn:microsoft.com/office/officeart/2008/layout/LinedList"/>
    <dgm:cxn modelId="{6D553AA4-0405-4A4A-8476-BE71C6D52DD5}" type="presParOf" srcId="{5AB945AB-E821-4030-B1D7-92EA2E7E15A6}" destId="{98DFF7F3-87D2-459F-848F-3509FAF6EC9D}" srcOrd="0" destOrd="0" presId="urn:microsoft.com/office/officeart/2008/layout/LinedList"/>
    <dgm:cxn modelId="{FD04F69D-811D-4DFD-9DF1-3B992B75E496}" type="presParOf" srcId="{5AB945AB-E821-4030-B1D7-92EA2E7E15A6}" destId="{00E56301-D076-4490-8E90-AA0848BB7A4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159CD77-8984-4ABD-BD0F-62FFA7EAD3F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12D8D8D-6827-4E1A-96EA-C0C08C43646D}">
      <dgm:prSet/>
      <dgm:spPr/>
      <dgm:t>
        <a:bodyPr/>
        <a:lstStyle/>
        <a:p>
          <a:pPr>
            <a:defRPr cap="all"/>
          </a:pPr>
          <a:r>
            <a:rPr lang="en-GB"/>
            <a:t>This Presentation</a:t>
          </a:r>
          <a:endParaRPr lang="en-US"/>
        </a:p>
      </dgm:t>
    </dgm:pt>
    <dgm:pt modelId="{CB643E61-5155-4C79-B99D-D3B86A8F157C}" type="parTrans" cxnId="{359481B4-36DA-4498-898C-46FB57ADA402}">
      <dgm:prSet/>
      <dgm:spPr/>
      <dgm:t>
        <a:bodyPr/>
        <a:lstStyle/>
        <a:p>
          <a:endParaRPr lang="en-US"/>
        </a:p>
      </dgm:t>
    </dgm:pt>
    <dgm:pt modelId="{9AD3E329-330B-4344-BF9E-BFF64FB1C6BC}" type="sibTrans" cxnId="{359481B4-36DA-4498-898C-46FB57ADA402}">
      <dgm:prSet/>
      <dgm:spPr/>
      <dgm:t>
        <a:bodyPr/>
        <a:lstStyle/>
        <a:p>
          <a:endParaRPr lang="en-US"/>
        </a:p>
      </dgm:t>
    </dgm:pt>
    <dgm:pt modelId="{B7C038BB-1D7D-4B2B-BF5D-9EB18C0B4407}">
      <dgm:prSet/>
      <dgm:spPr/>
      <dgm:t>
        <a:bodyPr/>
        <a:lstStyle/>
        <a:p>
          <a:pPr>
            <a:defRPr cap="all"/>
          </a:pPr>
          <a:r>
            <a:rPr lang="en-GB"/>
            <a:t>Audio Books</a:t>
          </a:r>
          <a:endParaRPr lang="en-US"/>
        </a:p>
      </dgm:t>
    </dgm:pt>
    <dgm:pt modelId="{1E69127C-6063-44E7-89B9-5BAA09D4FAB1}" type="parTrans" cxnId="{04EDB7CF-80B8-4554-AFD2-8939BA0DF513}">
      <dgm:prSet/>
      <dgm:spPr/>
      <dgm:t>
        <a:bodyPr/>
        <a:lstStyle/>
        <a:p>
          <a:endParaRPr lang="en-US"/>
        </a:p>
      </dgm:t>
    </dgm:pt>
    <dgm:pt modelId="{C0645866-7FD6-43F0-8896-61A6270220D9}" type="sibTrans" cxnId="{04EDB7CF-80B8-4554-AFD2-8939BA0DF513}">
      <dgm:prSet/>
      <dgm:spPr/>
      <dgm:t>
        <a:bodyPr/>
        <a:lstStyle/>
        <a:p>
          <a:endParaRPr lang="en-US"/>
        </a:p>
      </dgm:t>
    </dgm:pt>
    <dgm:pt modelId="{601CB07D-5F62-48D6-80A8-B96F8FC07A70}">
      <dgm:prSet/>
      <dgm:spPr/>
      <dgm:t>
        <a:bodyPr/>
        <a:lstStyle/>
        <a:p>
          <a:pPr>
            <a:defRPr cap="all"/>
          </a:pPr>
          <a:r>
            <a:rPr lang="en-GB"/>
            <a:t>Udemy.com and other learning sites.</a:t>
          </a:r>
          <a:endParaRPr lang="en-US"/>
        </a:p>
      </dgm:t>
    </dgm:pt>
    <dgm:pt modelId="{DD0B2B77-ABA8-45A5-B84B-F6A10200E6DE}" type="parTrans" cxnId="{E32B3B10-05BD-492B-8B72-6680FE8AF6F5}">
      <dgm:prSet/>
      <dgm:spPr/>
      <dgm:t>
        <a:bodyPr/>
        <a:lstStyle/>
        <a:p>
          <a:endParaRPr lang="en-US"/>
        </a:p>
      </dgm:t>
    </dgm:pt>
    <dgm:pt modelId="{CB229EEA-8E71-4AF1-B4C5-32FABDA4CE2A}" type="sibTrans" cxnId="{E32B3B10-05BD-492B-8B72-6680FE8AF6F5}">
      <dgm:prSet/>
      <dgm:spPr/>
      <dgm:t>
        <a:bodyPr/>
        <a:lstStyle/>
        <a:p>
          <a:endParaRPr lang="en-US"/>
        </a:p>
      </dgm:t>
    </dgm:pt>
    <dgm:pt modelId="{635585F6-FEDA-445C-AB7E-6029CE1B8219}">
      <dgm:prSet/>
      <dgm:spPr/>
      <dgm:t>
        <a:bodyPr/>
        <a:lstStyle/>
        <a:p>
          <a:pPr>
            <a:defRPr cap="all"/>
          </a:pPr>
          <a:r>
            <a:rPr lang="en-GB"/>
            <a:t>Open University</a:t>
          </a:r>
          <a:endParaRPr lang="en-US"/>
        </a:p>
      </dgm:t>
    </dgm:pt>
    <dgm:pt modelId="{0D588B70-D32E-4B93-9892-BCBB4F789CE5}" type="parTrans" cxnId="{7E933172-1C1D-4B54-A086-08657A15FA40}">
      <dgm:prSet/>
      <dgm:spPr/>
      <dgm:t>
        <a:bodyPr/>
        <a:lstStyle/>
        <a:p>
          <a:endParaRPr lang="en-US"/>
        </a:p>
      </dgm:t>
    </dgm:pt>
    <dgm:pt modelId="{4C8983E4-8083-4BE7-8929-F97A1022566D}" type="sibTrans" cxnId="{7E933172-1C1D-4B54-A086-08657A15FA40}">
      <dgm:prSet/>
      <dgm:spPr/>
      <dgm:t>
        <a:bodyPr/>
        <a:lstStyle/>
        <a:p>
          <a:endParaRPr lang="en-US"/>
        </a:p>
      </dgm:t>
    </dgm:pt>
    <dgm:pt modelId="{3E488EBE-AFCD-46D5-B894-1E68D0E9472D}" type="pres">
      <dgm:prSet presAssocID="{E159CD77-8984-4ABD-BD0F-62FFA7EAD3F9}" presName="root" presStyleCnt="0">
        <dgm:presLayoutVars>
          <dgm:dir/>
          <dgm:resizeHandles val="exact"/>
        </dgm:presLayoutVars>
      </dgm:prSet>
      <dgm:spPr/>
    </dgm:pt>
    <dgm:pt modelId="{67ADAEC6-D553-4FA9-B2A1-73B27DE7D3D5}" type="pres">
      <dgm:prSet presAssocID="{212D8D8D-6827-4E1A-96EA-C0C08C43646D}" presName="compNode" presStyleCnt="0"/>
      <dgm:spPr/>
    </dgm:pt>
    <dgm:pt modelId="{9277A805-FFA6-4110-9B56-1E1A2DA2CE7E}" type="pres">
      <dgm:prSet presAssocID="{212D8D8D-6827-4E1A-96EA-C0C08C43646D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C49939B-CE74-4070-BE93-1E4BF246508E}" type="pres">
      <dgm:prSet presAssocID="{212D8D8D-6827-4E1A-96EA-C0C08C4364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45BEF5A-882D-4C33-AD2A-E2C2283A3838}" type="pres">
      <dgm:prSet presAssocID="{212D8D8D-6827-4E1A-96EA-C0C08C43646D}" presName="spaceRect" presStyleCnt="0"/>
      <dgm:spPr/>
    </dgm:pt>
    <dgm:pt modelId="{D2F36795-1EA8-4C28-B441-B9590E46ED61}" type="pres">
      <dgm:prSet presAssocID="{212D8D8D-6827-4E1A-96EA-C0C08C43646D}" presName="textRect" presStyleLbl="revTx" presStyleIdx="0" presStyleCnt="4">
        <dgm:presLayoutVars>
          <dgm:chMax val="1"/>
          <dgm:chPref val="1"/>
        </dgm:presLayoutVars>
      </dgm:prSet>
      <dgm:spPr/>
    </dgm:pt>
    <dgm:pt modelId="{86CE87E5-001E-4E5F-8770-36DC57482C88}" type="pres">
      <dgm:prSet presAssocID="{9AD3E329-330B-4344-BF9E-BFF64FB1C6BC}" presName="sibTrans" presStyleCnt="0"/>
      <dgm:spPr/>
    </dgm:pt>
    <dgm:pt modelId="{E6325619-7EE1-4755-BABA-CD71D3C9E0AD}" type="pres">
      <dgm:prSet presAssocID="{B7C038BB-1D7D-4B2B-BF5D-9EB18C0B4407}" presName="compNode" presStyleCnt="0"/>
      <dgm:spPr/>
    </dgm:pt>
    <dgm:pt modelId="{F99B06E1-FBFD-4444-880B-0505E6B9C925}" type="pres">
      <dgm:prSet presAssocID="{B7C038BB-1D7D-4B2B-BF5D-9EB18C0B440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76FA371-2267-460B-966D-57086831B3CA}" type="pres">
      <dgm:prSet presAssocID="{B7C038BB-1D7D-4B2B-BF5D-9EB18C0B44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9C47A41B-7C4B-4159-8288-D86F30B279E2}" type="pres">
      <dgm:prSet presAssocID="{B7C038BB-1D7D-4B2B-BF5D-9EB18C0B4407}" presName="spaceRect" presStyleCnt="0"/>
      <dgm:spPr/>
    </dgm:pt>
    <dgm:pt modelId="{7265A873-0FD2-4297-A82A-1400B8DD39CA}" type="pres">
      <dgm:prSet presAssocID="{B7C038BB-1D7D-4B2B-BF5D-9EB18C0B4407}" presName="textRect" presStyleLbl="revTx" presStyleIdx="1" presStyleCnt="4">
        <dgm:presLayoutVars>
          <dgm:chMax val="1"/>
          <dgm:chPref val="1"/>
        </dgm:presLayoutVars>
      </dgm:prSet>
      <dgm:spPr/>
    </dgm:pt>
    <dgm:pt modelId="{1447B07C-D4EE-4923-AFDC-EC82B5D6AFD1}" type="pres">
      <dgm:prSet presAssocID="{C0645866-7FD6-43F0-8896-61A6270220D9}" presName="sibTrans" presStyleCnt="0"/>
      <dgm:spPr/>
    </dgm:pt>
    <dgm:pt modelId="{79747E2D-9590-42B7-B08B-F883CC834A56}" type="pres">
      <dgm:prSet presAssocID="{601CB07D-5F62-48D6-80A8-B96F8FC07A70}" presName="compNode" presStyleCnt="0"/>
      <dgm:spPr/>
    </dgm:pt>
    <dgm:pt modelId="{19BCC254-94D1-4061-9A20-B3E54FC4A870}" type="pres">
      <dgm:prSet presAssocID="{601CB07D-5F62-48D6-80A8-B96F8FC07A7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ED1D141-6867-4443-946B-D4521A66C6A1}" type="pres">
      <dgm:prSet presAssocID="{601CB07D-5F62-48D6-80A8-B96F8FC07A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DFE101A5-3F47-434D-82BF-7C244B867DA1}" type="pres">
      <dgm:prSet presAssocID="{601CB07D-5F62-48D6-80A8-B96F8FC07A70}" presName="spaceRect" presStyleCnt="0"/>
      <dgm:spPr/>
    </dgm:pt>
    <dgm:pt modelId="{BEED6B7E-ACBD-4AB4-8430-95BB7BFABAE3}" type="pres">
      <dgm:prSet presAssocID="{601CB07D-5F62-48D6-80A8-B96F8FC07A70}" presName="textRect" presStyleLbl="revTx" presStyleIdx="2" presStyleCnt="4">
        <dgm:presLayoutVars>
          <dgm:chMax val="1"/>
          <dgm:chPref val="1"/>
        </dgm:presLayoutVars>
      </dgm:prSet>
      <dgm:spPr/>
    </dgm:pt>
    <dgm:pt modelId="{E90051AE-EF51-4527-AD8B-8DD1D3443FCA}" type="pres">
      <dgm:prSet presAssocID="{CB229EEA-8E71-4AF1-B4C5-32FABDA4CE2A}" presName="sibTrans" presStyleCnt="0"/>
      <dgm:spPr/>
    </dgm:pt>
    <dgm:pt modelId="{9624FE8F-A79E-4928-AEC5-A350FD0E9A7B}" type="pres">
      <dgm:prSet presAssocID="{635585F6-FEDA-445C-AB7E-6029CE1B8219}" presName="compNode" presStyleCnt="0"/>
      <dgm:spPr/>
    </dgm:pt>
    <dgm:pt modelId="{704B37FF-661C-46AA-AA29-DEED85DF15DE}" type="pres">
      <dgm:prSet presAssocID="{635585F6-FEDA-445C-AB7E-6029CE1B8219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66BB961-D0CE-4A65-9030-540E2EF1BE85}" type="pres">
      <dgm:prSet presAssocID="{635585F6-FEDA-445C-AB7E-6029CE1B82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C9953C9-6F91-48DD-A15E-E4DD7E3B0D1E}" type="pres">
      <dgm:prSet presAssocID="{635585F6-FEDA-445C-AB7E-6029CE1B8219}" presName="spaceRect" presStyleCnt="0"/>
      <dgm:spPr/>
    </dgm:pt>
    <dgm:pt modelId="{8B7BAA58-A2E3-4134-9344-60B37F95DCF5}" type="pres">
      <dgm:prSet presAssocID="{635585F6-FEDA-445C-AB7E-6029CE1B821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32B3B10-05BD-492B-8B72-6680FE8AF6F5}" srcId="{E159CD77-8984-4ABD-BD0F-62FFA7EAD3F9}" destId="{601CB07D-5F62-48D6-80A8-B96F8FC07A70}" srcOrd="2" destOrd="0" parTransId="{DD0B2B77-ABA8-45A5-B84B-F6A10200E6DE}" sibTransId="{CB229EEA-8E71-4AF1-B4C5-32FABDA4CE2A}"/>
    <dgm:cxn modelId="{868C932F-1BFC-430A-8007-CA7A76988339}" type="presOf" srcId="{B7C038BB-1D7D-4B2B-BF5D-9EB18C0B4407}" destId="{7265A873-0FD2-4297-A82A-1400B8DD39CA}" srcOrd="0" destOrd="0" presId="urn:microsoft.com/office/officeart/2018/5/layout/IconLeafLabelList"/>
    <dgm:cxn modelId="{525DB56D-BF31-47A6-956C-8F14BD2A2C72}" type="presOf" srcId="{E159CD77-8984-4ABD-BD0F-62FFA7EAD3F9}" destId="{3E488EBE-AFCD-46D5-B894-1E68D0E9472D}" srcOrd="0" destOrd="0" presId="urn:microsoft.com/office/officeart/2018/5/layout/IconLeafLabelList"/>
    <dgm:cxn modelId="{7E933172-1C1D-4B54-A086-08657A15FA40}" srcId="{E159CD77-8984-4ABD-BD0F-62FFA7EAD3F9}" destId="{635585F6-FEDA-445C-AB7E-6029CE1B8219}" srcOrd="3" destOrd="0" parTransId="{0D588B70-D32E-4B93-9892-BCBB4F789CE5}" sibTransId="{4C8983E4-8083-4BE7-8929-F97A1022566D}"/>
    <dgm:cxn modelId="{1463A685-9553-481D-8806-11AEFA22E90C}" type="presOf" srcId="{212D8D8D-6827-4E1A-96EA-C0C08C43646D}" destId="{D2F36795-1EA8-4C28-B441-B9590E46ED61}" srcOrd="0" destOrd="0" presId="urn:microsoft.com/office/officeart/2018/5/layout/IconLeafLabelList"/>
    <dgm:cxn modelId="{25A426B0-8762-49C8-A7E0-0258C367B130}" type="presOf" srcId="{635585F6-FEDA-445C-AB7E-6029CE1B8219}" destId="{8B7BAA58-A2E3-4134-9344-60B37F95DCF5}" srcOrd="0" destOrd="0" presId="urn:microsoft.com/office/officeart/2018/5/layout/IconLeafLabelList"/>
    <dgm:cxn modelId="{359481B4-36DA-4498-898C-46FB57ADA402}" srcId="{E159CD77-8984-4ABD-BD0F-62FFA7EAD3F9}" destId="{212D8D8D-6827-4E1A-96EA-C0C08C43646D}" srcOrd="0" destOrd="0" parTransId="{CB643E61-5155-4C79-B99D-D3B86A8F157C}" sibTransId="{9AD3E329-330B-4344-BF9E-BFF64FB1C6BC}"/>
    <dgm:cxn modelId="{04EDB7CF-80B8-4554-AFD2-8939BA0DF513}" srcId="{E159CD77-8984-4ABD-BD0F-62FFA7EAD3F9}" destId="{B7C038BB-1D7D-4B2B-BF5D-9EB18C0B4407}" srcOrd="1" destOrd="0" parTransId="{1E69127C-6063-44E7-89B9-5BAA09D4FAB1}" sibTransId="{C0645866-7FD6-43F0-8896-61A6270220D9}"/>
    <dgm:cxn modelId="{210195F8-C8A7-4791-AECF-0C45156180D0}" type="presOf" srcId="{601CB07D-5F62-48D6-80A8-B96F8FC07A70}" destId="{BEED6B7E-ACBD-4AB4-8430-95BB7BFABAE3}" srcOrd="0" destOrd="0" presId="urn:microsoft.com/office/officeart/2018/5/layout/IconLeafLabelList"/>
    <dgm:cxn modelId="{58A0C330-4C98-42EC-BD71-8762E72CCD2E}" type="presParOf" srcId="{3E488EBE-AFCD-46D5-B894-1E68D0E9472D}" destId="{67ADAEC6-D553-4FA9-B2A1-73B27DE7D3D5}" srcOrd="0" destOrd="0" presId="urn:microsoft.com/office/officeart/2018/5/layout/IconLeafLabelList"/>
    <dgm:cxn modelId="{09F4966C-8724-416B-A707-50C8745F731B}" type="presParOf" srcId="{67ADAEC6-D553-4FA9-B2A1-73B27DE7D3D5}" destId="{9277A805-FFA6-4110-9B56-1E1A2DA2CE7E}" srcOrd="0" destOrd="0" presId="urn:microsoft.com/office/officeart/2018/5/layout/IconLeafLabelList"/>
    <dgm:cxn modelId="{B77A3F7A-5C1E-48E1-965E-47B20B400AE5}" type="presParOf" srcId="{67ADAEC6-D553-4FA9-B2A1-73B27DE7D3D5}" destId="{AC49939B-CE74-4070-BE93-1E4BF246508E}" srcOrd="1" destOrd="0" presId="urn:microsoft.com/office/officeart/2018/5/layout/IconLeafLabelList"/>
    <dgm:cxn modelId="{716A5969-2E18-4589-8164-8FBFC3B66D50}" type="presParOf" srcId="{67ADAEC6-D553-4FA9-B2A1-73B27DE7D3D5}" destId="{D45BEF5A-882D-4C33-AD2A-E2C2283A3838}" srcOrd="2" destOrd="0" presId="urn:microsoft.com/office/officeart/2018/5/layout/IconLeafLabelList"/>
    <dgm:cxn modelId="{BD9CCE00-DF22-4F29-B540-851F8CB295BC}" type="presParOf" srcId="{67ADAEC6-D553-4FA9-B2A1-73B27DE7D3D5}" destId="{D2F36795-1EA8-4C28-B441-B9590E46ED61}" srcOrd="3" destOrd="0" presId="urn:microsoft.com/office/officeart/2018/5/layout/IconLeafLabelList"/>
    <dgm:cxn modelId="{AAF9D9C1-8091-4C3B-AB63-D0599E7382B0}" type="presParOf" srcId="{3E488EBE-AFCD-46D5-B894-1E68D0E9472D}" destId="{86CE87E5-001E-4E5F-8770-36DC57482C88}" srcOrd="1" destOrd="0" presId="urn:microsoft.com/office/officeart/2018/5/layout/IconLeafLabelList"/>
    <dgm:cxn modelId="{A6BB1C53-20E3-4EF4-AABD-9017320D304D}" type="presParOf" srcId="{3E488EBE-AFCD-46D5-B894-1E68D0E9472D}" destId="{E6325619-7EE1-4755-BABA-CD71D3C9E0AD}" srcOrd="2" destOrd="0" presId="urn:microsoft.com/office/officeart/2018/5/layout/IconLeafLabelList"/>
    <dgm:cxn modelId="{26A14F4F-23F0-41D0-B8E9-A1FF4BA88CC5}" type="presParOf" srcId="{E6325619-7EE1-4755-BABA-CD71D3C9E0AD}" destId="{F99B06E1-FBFD-4444-880B-0505E6B9C925}" srcOrd="0" destOrd="0" presId="urn:microsoft.com/office/officeart/2018/5/layout/IconLeafLabelList"/>
    <dgm:cxn modelId="{B08E39B1-8456-4569-8976-3B99A2D07480}" type="presParOf" srcId="{E6325619-7EE1-4755-BABA-CD71D3C9E0AD}" destId="{076FA371-2267-460B-966D-57086831B3CA}" srcOrd="1" destOrd="0" presId="urn:microsoft.com/office/officeart/2018/5/layout/IconLeafLabelList"/>
    <dgm:cxn modelId="{56426301-7A0E-4341-94A6-05C7728A4502}" type="presParOf" srcId="{E6325619-7EE1-4755-BABA-CD71D3C9E0AD}" destId="{9C47A41B-7C4B-4159-8288-D86F30B279E2}" srcOrd="2" destOrd="0" presId="urn:microsoft.com/office/officeart/2018/5/layout/IconLeafLabelList"/>
    <dgm:cxn modelId="{38B246C9-F19F-4B02-B0D2-B4D7415AED77}" type="presParOf" srcId="{E6325619-7EE1-4755-BABA-CD71D3C9E0AD}" destId="{7265A873-0FD2-4297-A82A-1400B8DD39CA}" srcOrd="3" destOrd="0" presId="urn:microsoft.com/office/officeart/2018/5/layout/IconLeafLabelList"/>
    <dgm:cxn modelId="{0952AF55-8814-4F41-8153-02154AA6E150}" type="presParOf" srcId="{3E488EBE-AFCD-46D5-B894-1E68D0E9472D}" destId="{1447B07C-D4EE-4923-AFDC-EC82B5D6AFD1}" srcOrd="3" destOrd="0" presId="urn:microsoft.com/office/officeart/2018/5/layout/IconLeafLabelList"/>
    <dgm:cxn modelId="{5583C99A-9519-424E-99E8-988CFB5CC578}" type="presParOf" srcId="{3E488EBE-AFCD-46D5-B894-1E68D0E9472D}" destId="{79747E2D-9590-42B7-B08B-F883CC834A56}" srcOrd="4" destOrd="0" presId="urn:microsoft.com/office/officeart/2018/5/layout/IconLeafLabelList"/>
    <dgm:cxn modelId="{ED9D31A8-154B-43D6-907D-C223ABC6B740}" type="presParOf" srcId="{79747E2D-9590-42B7-B08B-F883CC834A56}" destId="{19BCC254-94D1-4061-9A20-B3E54FC4A870}" srcOrd="0" destOrd="0" presId="urn:microsoft.com/office/officeart/2018/5/layout/IconLeafLabelList"/>
    <dgm:cxn modelId="{EBF1D660-C2F2-4899-A669-CD18F0D192C1}" type="presParOf" srcId="{79747E2D-9590-42B7-B08B-F883CC834A56}" destId="{AED1D141-6867-4443-946B-D4521A66C6A1}" srcOrd="1" destOrd="0" presId="urn:microsoft.com/office/officeart/2018/5/layout/IconLeafLabelList"/>
    <dgm:cxn modelId="{1CB835CC-4A36-4069-9ED0-CA2A2A56D8B6}" type="presParOf" srcId="{79747E2D-9590-42B7-B08B-F883CC834A56}" destId="{DFE101A5-3F47-434D-82BF-7C244B867DA1}" srcOrd="2" destOrd="0" presId="urn:microsoft.com/office/officeart/2018/5/layout/IconLeafLabelList"/>
    <dgm:cxn modelId="{EDAC9462-D820-425C-8EE2-D3FE005EBE24}" type="presParOf" srcId="{79747E2D-9590-42B7-B08B-F883CC834A56}" destId="{BEED6B7E-ACBD-4AB4-8430-95BB7BFABAE3}" srcOrd="3" destOrd="0" presId="urn:microsoft.com/office/officeart/2018/5/layout/IconLeafLabelList"/>
    <dgm:cxn modelId="{CCC5BC53-6608-4542-9538-2018FFC3AEF9}" type="presParOf" srcId="{3E488EBE-AFCD-46D5-B894-1E68D0E9472D}" destId="{E90051AE-EF51-4527-AD8B-8DD1D3443FCA}" srcOrd="5" destOrd="0" presId="urn:microsoft.com/office/officeart/2018/5/layout/IconLeafLabelList"/>
    <dgm:cxn modelId="{079AC69B-BE24-4E17-914C-185EB50C63B8}" type="presParOf" srcId="{3E488EBE-AFCD-46D5-B894-1E68D0E9472D}" destId="{9624FE8F-A79E-4928-AEC5-A350FD0E9A7B}" srcOrd="6" destOrd="0" presId="urn:microsoft.com/office/officeart/2018/5/layout/IconLeafLabelList"/>
    <dgm:cxn modelId="{0FEF8024-79F5-47BB-8EC0-91A369FCBAF3}" type="presParOf" srcId="{9624FE8F-A79E-4928-AEC5-A350FD0E9A7B}" destId="{704B37FF-661C-46AA-AA29-DEED85DF15DE}" srcOrd="0" destOrd="0" presId="urn:microsoft.com/office/officeart/2018/5/layout/IconLeafLabelList"/>
    <dgm:cxn modelId="{0AD91D71-A8B8-4959-9C89-E0DBED9804E1}" type="presParOf" srcId="{9624FE8F-A79E-4928-AEC5-A350FD0E9A7B}" destId="{E66BB961-D0CE-4A65-9030-540E2EF1BE85}" srcOrd="1" destOrd="0" presId="urn:microsoft.com/office/officeart/2018/5/layout/IconLeafLabelList"/>
    <dgm:cxn modelId="{DFDD916D-48BF-41DD-8B76-95F4A849B559}" type="presParOf" srcId="{9624FE8F-A79E-4928-AEC5-A350FD0E9A7B}" destId="{5C9953C9-6F91-48DD-A15E-E4DD7E3B0D1E}" srcOrd="2" destOrd="0" presId="urn:microsoft.com/office/officeart/2018/5/layout/IconLeafLabelList"/>
    <dgm:cxn modelId="{4CD47AC8-07B9-409B-9517-CCD98B6812EB}" type="presParOf" srcId="{9624FE8F-A79E-4928-AEC5-A350FD0E9A7B}" destId="{8B7BAA58-A2E3-4134-9344-60B37F95DCF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A0BD0AA-2533-4068-A606-1B03E688096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09057D4-1AC3-4F53-B002-9911F936A997}">
      <dgm:prSet/>
      <dgm:spPr/>
      <dgm:t>
        <a:bodyPr/>
        <a:lstStyle/>
        <a:p>
          <a:pPr>
            <a:defRPr cap="all"/>
          </a:pPr>
          <a:r>
            <a:rPr lang="en-GB"/>
            <a:t>New Technologies continue to develop</a:t>
          </a:r>
          <a:endParaRPr lang="en-US"/>
        </a:p>
      </dgm:t>
    </dgm:pt>
    <dgm:pt modelId="{B5FCC822-4187-4669-BEB9-521675D45F38}" type="parTrans" cxnId="{543779EE-CDF5-4ACD-8B5D-157BDA51680F}">
      <dgm:prSet/>
      <dgm:spPr/>
      <dgm:t>
        <a:bodyPr/>
        <a:lstStyle/>
        <a:p>
          <a:endParaRPr lang="en-US"/>
        </a:p>
      </dgm:t>
    </dgm:pt>
    <dgm:pt modelId="{54AE3765-3F5E-4A6E-960A-DCB519440ACB}" type="sibTrans" cxnId="{543779EE-CDF5-4ACD-8B5D-157BDA51680F}">
      <dgm:prSet/>
      <dgm:spPr/>
      <dgm:t>
        <a:bodyPr/>
        <a:lstStyle/>
        <a:p>
          <a:endParaRPr lang="en-US"/>
        </a:p>
      </dgm:t>
    </dgm:pt>
    <dgm:pt modelId="{DD0DC4BF-A16E-4202-9559-D43E8B3948F3}">
      <dgm:prSet/>
      <dgm:spPr/>
      <dgm:t>
        <a:bodyPr/>
        <a:lstStyle/>
        <a:p>
          <a:pPr>
            <a:defRPr cap="all"/>
          </a:pPr>
          <a:r>
            <a:rPr lang="en-GB"/>
            <a:t>Must keep the barrier in mind while developing</a:t>
          </a:r>
          <a:endParaRPr lang="en-US"/>
        </a:p>
      </dgm:t>
    </dgm:pt>
    <dgm:pt modelId="{EBEC3E04-A80D-460F-8AC0-CFE902B6318C}" type="parTrans" cxnId="{04426E66-84D5-41A6-923C-3A5DB552E4EF}">
      <dgm:prSet/>
      <dgm:spPr/>
      <dgm:t>
        <a:bodyPr/>
        <a:lstStyle/>
        <a:p>
          <a:endParaRPr lang="en-US"/>
        </a:p>
      </dgm:t>
    </dgm:pt>
    <dgm:pt modelId="{CCE3E253-0E09-44A1-9EA9-18A8976A55C4}" type="sibTrans" cxnId="{04426E66-84D5-41A6-923C-3A5DB552E4EF}">
      <dgm:prSet/>
      <dgm:spPr/>
      <dgm:t>
        <a:bodyPr/>
        <a:lstStyle/>
        <a:p>
          <a:endParaRPr lang="en-US"/>
        </a:p>
      </dgm:t>
    </dgm:pt>
    <dgm:pt modelId="{D1308DB9-9FB7-4EDC-AE03-C1F690276BC6}">
      <dgm:prSet/>
      <dgm:spPr/>
      <dgm:t>
        <a:bodyPr/>
        <a:lstStyle/>
        <a:p>
          <a:pPr>
            <a:defRPr cap="all"/>
          </a:pPr>
          <a:r>
            <a:rPr lang="en-GB"/>
            <a:t>AR and VR will play a major role.</a:t>
          </a:r>
          <a:endParaRPr lang="en-US"/>
        </a:p>
      </dgm:t>
    </dgm:pt>
    <dgm:pt modelId="{178A201D-8AE9-430A-9294-1A87BA1469EF}" type="parTrans" cxnId="{09033B69-B90F-487B-8390-F0EA9A3FC4F1}">
      <dgm:prSet/>
      <dgm:spPr/>
      <dgm:t>
        <a:bodyPr/>
        <a:lstStyle/>
        <a:p>
          <a:endParaRPr lang="en-US"/>
        </a:p>
      </dgm:t>
    </dgm:pt>
    <dgm:pt modelId="{DCB0EE2B-44EE-4B71-BBB8-2F866DE5F06A}" type="sibTrans" cxnId="{09033B69-B90F-487B-8390-F0EA9A3FC4F1}">
      <dgm:prSet/>
      <dgm:spPr/>
      <dgm:t>
        <a:bodyPr/>
        <a:lstStyle/>
        <a:p>
          <a:endParaRPr lang="en-US"/>
        </a:p>
      </dgm:t>
    </dgm:pt>
    <dgm:pt modelId="{58363E07-6911-41E8-B7D7-294F551802B0}">
      <dgm:prSet/>
      <dgm:spPr/>
      <dgm:t>
        <a:bodyPr/>
        <a:lstStyle/>
        <a:p>
          <a:pPr>
            <a:defRPr cap="all"/>
          </a:pPr>
          <a:r>
            <a:rPr lang="en-GB"/>
            <a:t>Mixed Reality will be the norm.</a:t>
          </a:r>
          <a:endParaRPr lang="en-US"/>
        </a:p>
      </dgm:t>
    </dgm:pt>
    <dgm:pt modelId="{E3D0106A-7F1A-4DF6-BDC0-4F9438A765AC}" type="parTrans" cxnId="{0303B5FB-CFAB-4195-A858-086CE85776A9}">
      <dgm:prSet/>
      <dgm:spPr/>
      <dgm:t>
        <a:bodyPr/>
        <a:lstStyle/>
        <a:p>
          <a:endParaRPr lang="en-US"/>
        </a:p>
      </dgm:t>
    </dgm:pt>
    <dgm:pt modelId="{C8BCAF5D-F69B-48D5-A598-09F0015BF251}" type="sibTrans" cxnId="{0303B5FB-CFAB-4195-A858-086CE85776A9}">
      <dgm:prSet/>
      <dgm:spPr/>
      <dgm:t>
        <a:bodyPr/>
        <a:lstStyle/>
        <a:p>
          <a:endParaRPr lang="en-US"/>
        </a:p>
      </dgm:t>
    </dgm:pt>
    <dgm:pt modelId="{E6926A4B-FD6F-4919-9835-148F3A29B7BC}">
      <dgm:prSet/>
      <dgm:spPr/>
      <dgm:t>
        <a:bodyPr/>
        <a:lstStyle/>
        <a:p>
          <a:pPr>
            <a:defRPr cap="all"/>
          </a:pPr>
          <a:r>
            <a:rPr lang="en-GB"/>
            <a:t>Online Courses and Remote learning will be more popular</a:t>
          </a:r>
          <a:endParaRPr lang="en-US"/>
        </a:p>
      </dgm:t>
    </dgm:pt>
    <dgm:pt modelId="{3CEAA550-622A-4955-B7FA-33A7CCEE8D42}" type="parTrans" cxnId="{A9974DF4-F911-4541-A741-10334E883C88}">
      <dgm:prSet/>
      <dgm:spPr/>
      <dgm:t>
        <a:bodyPr/>
        <a:lstStyle/>
        <a:p>
          <a:endParaRPr lang="en-US"/>
        </a:p>
      </dgm:t>
    </dgm:pt>
    <dgm:pt modelId="{72EE4F62-BB1D-4B0D-8102-15C5E9454D41}" type="sibTrans" cxnId="{A9974DF4-F911-4541-A741-10334E883C88}">
      <dgm:prSet/>
      <dgm:spPr/>
      <dgm:t>
        <a:bodyPr/>
        <a:lstStyle/>
        <a:p>
          <a:endParaRPr lang="en-US"/>
        </a:p>
      </dgm:t>
    </dgm:pt>
    <dgm:pt modelId="{C0AA8A11-F3A8-414B-8BBC-DE04F7C00BD9}" type="pres">
      <dgm:prSet presAssocID="{CA0BD0AA-2533-4068-A606-1B03E6880965}" presName="root" presStyleCnt="0">
        <dgm:presLayoutVars>
          <dgm:dir/>
          <dgm:resizeHandles val="exact"/>
        </dgm:presLayoutVars>
      </dgm:prSet>
      <dgm:spPr/>
    </dgm:pt>
    <dgm:pt modelId="{92314BFE-5343-4FC8-81DB-B5E5D3774AD8}" type="pres">
      <dgm:prSet presAssocID="{309057D4-1AC3-4F53-B002-9911F936A997}" presName="compNode" presStyleCnt="0"/>
      <dgm:spPr/>
    </dgm:pt>
    <dgm:pt modelId="{D517BDE8-D733-4061-9C67-28963B3215AE}" type="pres">
      <dgm:prSet presAssocID="{309057D4-1AC3-4F53-B002-9911F936A997}" presName="iconBgRect" presStyleLbl="bgShp" presStyleIdx="0" presStyleCnt="5"/>
      <dgm:spPr/>
    </dgm:pt>
    <dgm:pt modelId="{FBCD8C99-EFCA-4160-929A-1F66371A719B}" type="pres">
      <dgm:prSet presAssocID="{309057D4-1AC3-4F53-B002-9911F936A99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870303C-3E4E-4201-B2E3-25404ADA313D}" type="pres">
      <dgm:prSet presAssocID="{309057D4-1AC3-4F53-B002-9911F936A997}" presName="spaceRect" presStyleCnt="0"/>
      <dgm:spPr/>
    </dgm:pt>
    <dgm:pt modelId="{3EB333BA-95FA-4B92-90C4-D99799B1A33D}" type="pres">
      <dgm:prSet presAssocID="{309057D4-1AC3-4F53-B002-9911F936A997}" presName="textRect" presStyleLbl="revTx" presStyleIdx="0" presStyleCnt="5">
        <dgm:presLayoutVars>
          <dgm:chMax val="1"/>
          <dgm:chPref val="1"/>
        </dgm:presLayoutVars>
      </dgm:prSet>
      <dgm:spPr/>
    </dgm:pt>
    <dgm:pt modelId="{028FC8A8-599D-426C-97B8-08898C57A947}" type="pres">
      <dgm:prSet presAssocID="{54AE3765-3F5E-4A6E-960A-DCB519440ACB}" presName="sibTrans" presStyleCnt="0"/>
      <dgm:spPr/>
    </dgm:pt>
    <dgm:pt modelId="{50D0E857-40D2-47A8-B5DE-A8B48DC6A722}" type="pres">
      <dgm:prSet presAssocID="{DD0DC4BF-A16E-4202-9559-D43E8B3948F3}" presName="compNode" presStyleCnt="0"/>
      <dgm:spPr/>
    </dgm:pt>
    <dgm:pt modelId="{89A55D34-FF3C-4042-AE02-D5050D5E72BF}" type="pres">
      <dgm:prSet presAssocID="{DD0DC4BF-A16E-4202-9559-D43E8B3948F3}" presName="iconBgRect" presStyleLbl="bgShp" presStyleIdx="1" presStyleCnt="5"/>
      <dgm:spPr/>
    </dgm:pt>
    <dgm:pt modelId="{17A1F5A9-ED8E-4317-A44C-29DE5D116120}" type="pres">
      <dgm:prSet presAssocID="{DD0DC4BF-A16E-4202-9559-D43E8B3948F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75C3EEB-5DDC-41D0-BB07-19C0CA4E0FBE}" type="pres">
      <dgm:prSet presAssocID="{DD0DC4BF-A16E-4202-9559-D43E8B3948F3}" presName="spaceRect" presStyleCnt="0"/>
      <dgm:spPr/>
    </dgm:pt>
    <dgm:pt modelId="{48E49D21-8681-4698-9405-58EB2A7AB3EF}" type="pres">
      <dgm:prSet presAssocID="{DD0DC4BF-A16E-4202-9559-D43E8B3948F3}" presName="textRect" presStyleLbl="revTx" presStyleIdx="1" presStyleCnt="5">
        <dgm:presLayoutVars>
          <dgm:chMax val="1"/>
          <dgm:chPref val="1"/>
        </dgm:presLayoutVars>
      </dgm:prSet>
      <dgm:spPr/>
    </dgm:pt>
    <dgm:pt modelId="{27DF9789-E1CB-4EE3-9F6F-8C4378E35BC5}" type="pres">
      <dgm:prSet presAssocID="{CCE3E253-0E09-44A1-9EA9-18A8976A55C4}" presName="sibTrans" presStyleCnt="0"/>
      <dgm:spPr/>
    </dgm:pt>
    <dgm:pt modelId="{EA41403A-672F-4F16-8238-D3D7D2F959F8}" type="pres">
      <dgm:prSet presAssocID="{D1308DB9-9FB7-4EDC-AE03-C1F690276BC6}" presName="compNode" presStyleCnt="0"/>
      <dgm:spPr/>
    </dgm:pt>
    <dgm:pt modelId="{5D8EC21A-329C-4699-B1E6-3E7C53AAD189}" type="pres">
      <dgm:prSet presAssocID="{D1308DB9-9FB7-4EDC-AE03-C1F690276BC6}" presName="iconBgRect" presStyleLbl="bgShp" presStyleIdx="2" presStyleCnt="5"/>
      <dgm:spPr/>
    </dgm:pt>
    <dgm:pt modelId="{F26FE905-A2ED-4462-AD10-45F45C6F7277}" type="pres">
      <dgm:prSet presAssocID="{D1308DB9-9FB7-4EDC-AE03-C1F690276B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D8490A89-410A-4794-B9B1-E1B9C5761F92}" type="pres">
      <dgm:prSet presAssocID="{D1308DB9-9FB7-4EDC-AE03-C1F690276BC6}" presName="spaceRect" presStyleCnt="0"/>
      <dgm:spPr/>
    </dgm:pt>
    <dgm:pt modelId="{6AA7899D-6295-4EF7-9C4C-6E3A2B07D812}" type="pres">
      <dgm:prSet presAssocID="{D1308DB9-9FB7-4EDC-AE03-C1F690276BC6}" presName="textRect" presStyleLbl="revTx" presStyleIdx="2" presStyleCnt="5">
        <dgm:presLayoutVars>
          <dgm:chMax val="1"/>
          <dgm:chPref val="1"/>
        </dgm:presLayoutVars>
      </dgm:prSet>
      <dgm:spPr/>
    </dgm:pt>
    <dgm:pt modelId="{90CE5353-B00C-476E-8B48-B3A8E7BBA8B6}" type="pres">
      <dgm:prSet presAssocID="{DCB0EE2B-44EE-4B71-BBB8-2F866DE5F06A}" presName="sibTrans" presStyleCnt="0"/>
      <dgm:spPr/>
    </dgm:pt>
    <dgm:pt modelId="{B8B82ABD-B997-4B07-B90E-CBBA3ABC684E}" type="pres">
      <dgm:prSet presAssocID="{58363E07-6911-41E8-B7D7-294F551802B0}" presName="compNode" presStyleCnt="0"/>
      <dgm:spPr/>
    </dgm:pt>
    <dgm:pt modelId="{41ABBEDB-96FF-455D-9C9E-F29854B23FFD}" type="pres">
      <dgm:prSet presAssocID="{58363E07-6911-41E8-B7D7-294F551802B0}" presName="iconBgRect" presStyleLbl="bgShp" presStyleIdx="3" presStyleCnt="5"/>
      <dgm:spPr/>
    </dgm:pt>
    <dgm:pt modelId="{C5D395F9-11FB-4035-B3D6-12A9BA41DEE2}" type="pres">
      <dgm:prSet presAssocID="{58363E07-6911-41E8-B7D7-294F551802B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88C18E58-8126-4198-9214-96587EAAE711}" type="pres">
      <dgm:prSet presAssocID="{58363E07-6911-41E8-B7D7-294F551802B0}" presName="spaceRect" presStyleCnt="0"/>
      <dgm:spPr/>
    </dgm:pt>
    <dgm:pt modelId="{03DF78E7-8BE0-4D9D-BA97-915947C867E5}" type="pres">
      <dgm:prSet presAssocID="{58363E07-6911-41E8-B7D7-294F551802B0}" presName="textRect" presStyleLbl="revTx" presStyleIdx="3" presStyleCnt="5">
        <dgm:presLayoutVars>
          <dgm:chMax val="1"/>
          <dgm:chPref val="1"/>
        </dgm:presLayoutVars>
      </dgm:prSet>
      <dgm:spPr/>
    </dgm:pt>
    <dgm:pt modelId="{E40E7DFA-170E-4798-95F1-34FBE6D65AD3}" type="pres">
      <dgm:prSet presAssocID="{C8BCAF5D-F69B-48D5-A598-09F0015BF251}" presName="sibTrans" presStyleCnt="0"/>
      <dgm:spPr/>
    </dgm:pt>
    <dgm:pt modelId="{63E4567D-DC8A-4CEA-B205-24BC0D294B90}" type="pres">
      <dgm:prSet presAssocID="{E6926A4B-FD6F-4919-9835-148F3A29B7BC}" presName="compNode" presStyleCnt="0"/>
      <dgm:spPr/>
    </dgm:pt>
    <dgm:pt modelId="{CE2CF0D7-BFE3-4FD1-B665-5063A2A55A9F}" type="pres">
      <dgm:prSet presAssocID="{E6926A4B-FD6F-4919-9835-148F3A29B7BC}" presName="iconBgRect" presStyleLbl="bgShp" presStyleIdx="4" presStyleCnt="5"/>
      <dgm:spPr/>
    </dgm:pt>
    <dgm:pt modelId="{563637AE-FF16-4F2C-AE73-A701E9215619}" type="pres">
      <dgm:prSet presAssocID="{E6926A4B-FD6F-4919-9835-148F3A29B7B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43C21442-FBA2-4ACA-A617-DFC258F5BE2F}" type="pres">
      <dgm:prSet presAssocID="{E6926A4B-FD6F-4919-9835-148F3A29B7BC}" presName="spaceRect" presStyleCnt="0"/>
      <dgm:spPr/>
    </dgm:pt>
    <dgm:pt modelId="{524F2037-A5CA-492E-8A1C-46BFD9681AFF}" type="pres">
      <dgm:prSet presAssocID="{E6926A4B-FD6F-4919-9835-148F3A29B7B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DE53B0F-49C0-48BA-A08B-CB9A39B5469F}" type="presOf" srcId="{D1308DB9-9FB7-4EDC-AE03-C1F690276BC6}" destId="{6AA7899D-6295-4EF7-9C4C-6E3A2B07D812}" srcOrd="0" destOrd="0" presId="urn:microsoft.com/office/officeart/2018/5/layout/IconCircleLabelList"/>
    <dgm:cxn modelId="{5CBFCC1B-99CB-4017-87F2-2B73ED3FC363}" type="presOf" srcId="{309057D4-1AC3-4F53-B002-9911F936A997}" destId="{3EB333BA-95FA-4B92-90C4-D99799B1A33D}" srcOrd="0" destOrd="0" presId="urn:microsoft.com/office/officeart/2018/5/layout/IconCircleLabelList"/>
    <dgm:cxn modelId="{30474627-6EA9-4316-A233-0E1C99250254}" type="presOf" srcId="{58363E07-6911-41E8-B7D7-294F551802B0}" destId="{03DF78E7-8BE0-4D9D-BA97-915947C867E5}" srcOrd="0" destOrd="0" presId="urn:microsoft.com/office/officeart/2018/5/layout/IconCircleLabelList"/>
    <dgm:cxn modelId="{04426E66-84D5-41A6-923C-3A5DB552E4EF}" srcId="{CA0BD0AA-2533-4068-A606-1B03E6880965}" destId="{DD0DC4BF-A16E-4202-9559-D43E8B3948F3}" srcOrd="1" destOrd="0" parTransId="{EBEC3E04-A80D-460F-8AC0-CFE902B6318C}" sibTransId="{CCE3E253-0E09-44A1-9EA9-18A8976A55C4}"/>
    <dgm:cxn modelId="{09033B69-B90F-487B-8390-F0EA9A3FC4F1}" srcId="{CA0BD0AA-2533-4068-A606-1B03E6880965}" destId="{D1308DB9-9FB7-4EDC-AE03-C1F690276BC6}" srcOrd="2" destOrd="0" parTransId="{178A201D-8AE9-430A-9294-1A87BA1469EF}" sibTransId="{DCB0EE2B-44EE-4B71-BBB8-2F866DE5F06A}"/>
    <dgm:cxn modelId="{3722C2A9-2897-4729-B298-38CE70B15C0B}" type="presOf" srcId="{DD0DC4BF-A16E-4202-9559-D43E8B3948F3}" destId="{48E49D21-8681-4698-9405-58EB2A7AB3EF}" srcOrd="0" destOrd="0" presId="urn:microsoft.com/office/officeart/2018/5/layout/IconCircleLabelList"/>
    <dgm:cxn modelId="{AA10D7C7-EBA4-45E4-ACAF-F2F5AE434A1C}" type="presOf" srcId="{E6926A4B-FD6F-4919-9835-148F3A29B7BC}" destId="{524F2037-A5CA-492E-8A1C-46BFD9681AFF}" srcOrd="0" destOrd="0" presId="urn:microsoft.com/office/officeart/2018/5/layout/IconCircleLabelList"/>
    <dgm:cxn modelId="{8CC2CDEB-5AE9-48C7-BBB9-E55EA300BC7A}" type="presOf" srcId="{CA0BD0AA-2533-4068-A606-1B03E6880965}" destId="{C0AA8A11-F3A8-414B-8BBC-DE04F7C00BD9}" srcOrd="0" destOrd="0" presId="urn:microsoft.com/office/officeart/2018/5/layout/IconCircleLabelList"/>
    <dgm:cxn modelId="{543779EE-CDF5-4ACD-8B5D-157BDA51680F}" srcId="{CA0BD0AA-2533-4068-A606-1B03E6880965}" destId="{309057D4-1AC3-4F53-B002-9911F936A997}" srcOrd="0" destOrd="0" parTransId="{B5FCC822-4187-4669-BEB9-521675D45F38}" sibTransId="{54AE3765-3F5E-4A6E-960A-DCB519440ACB}"/>
    <dgm:cxn modelId="{A9974DF4-F911-4541-A741-10334E883C88}" srcId="{CA0BD0AA-2533-4068-A606-1B03E6880965}" destId="{E6926A4B-FD6F-4919-9835-148F3A29B7BC}" srcOrd="4" destOrd="0" parTransId="{3CEAA550-622A-4955-B7FA-33A7CCEE8D42}" sibTransId="{72EE4F62-BB1D-4B0D-8102-15C5E9454D41}"/>
    <dgm:cxn modelId="{0303B5FB-CFAB-4195-A858-086CE85776A9}" srcId="{CA0BD0AA-2533-4068-A606-1B03E6880965}" destId="{58363E07-6911-41E8-B7D7-294F551802B0}" srcOrd="3" destOrd="0" parTransId="{E3D0106A-7F1A-4DF6-BDC0-4F9438A765AC}" sibTransId="{C8BCAF5D-F69B-48D5-A598-09F0015BF251}"/>
    <dgm:cxn modelId="{3BD1802F-E1F3-43A4-BD40-9C4750358505}" type="presParOf" srcId="{C0AA8A11-F3A8-414B-8BBC-DE04F7C00BD9}" destId="{92314BFE-5343-4FC8-81DB-B5E5D3774AD8}" srcOrd="0" destOrd="0" presId="urn:microsoft.com/office/officeart/2018/5/layout/IconCircleLabelList"/>
    <dgm:cxn modelId="{687828A4-5173-462A-990E-85E2398F46BD}" type="presParOf" srcId="{92314BFE-5343-4FC8-81DB-B5E5D3774AD8}" destId="{D517BDE8-D733-4061-9C67-28963B3215AE}" srcOrd="0" destOrd="0" presId="urn:microsoft.com/office/officeart/2018/5/layout/IconCircleLabelList"/>
    <dgm:cxn modelId="{5D711074-2563-4F3C-BB82-EEA8E8D307AA}" type="presParOf" srcId="{92314BFE-5343-4FC8-81DB-B5E5D3774AD8}" destId="{FBCD8C99-EFCA-4160-929A-1F66371A719B}" srcOrd="1" destOrd="0" presId="urn:microsoft.com/office/officeart/2018/5/layout/IconCircleLabelList"/>
    <dgm:cxn modelId="{579832F8-743C-42A8-A523-95AF8C865320}" type="presParOf" srcId="{92314BFE-5343-4FC8-81DB-B5E5D3774AD8}" destId="{6870303C-3E4E-4201-B2E3-25404ADA313D}" srcOrd="2" destOrd="0" presId="urn:microsoft.com/office/officeart/2018/5/layout/IconCircleLabelList"/>
    <dgm:cxn modelId="{EB86F3D0-D501-42CE-9063-506DE6157E4F}" type="presParOf" srcId="{92314BFE-5343-4FC8-81DB-B5E5D3774AD8}" destId="{3EB333BA-95FA-4B92-90C4-D99799B1A33D}" srcOrd="3" destOrd="0" presId="urn:microsoft.com/office/officeart/2018/5/layout/IconCircleLabelList"/>
    <dgm:cxn modelId="{84778BBE-201C-49BB-9602-CD4E92FF4122}" type="presParOf" srcId="{C0AA8A11-F3A8-414B-8BBC-DE04F7C00BD9}" destId="{028FC8A8-599D-426C-97B8-08898C57A947}" srcOrd="1" destOrd="0" presId="urn:microsoft.com/office/officeart/2018/5/layout/IconCircleLabelList"/>
    <dgm:cxn modelId="{3D71413A-8B1B-4E12-B0F5-372F4E307ED8}" type="presParOf" srcId="{C0AA8A11-F3A8-414B-8BBC-DE04F7C00BD9}" destId="{50D0E857-40D2-47A8-B5DE-A8B48DC6A722}" srcOrd="2" destOrd="0" presId="urn:microsoft.com/office/officeart/2018/5/layout/IconCircleLabelList"/>
    <dgm:cxn modelId="{D7BD74F6-B3F9-4AE1-A1F5-6457B66B1B93}" type="presParOf" srcId="{50D0E857-40D2-47A8-B5DE-A8B48DC6A722}" destId="{89A55D34-FF3C-4042-AE02-D5050D5E72BF}" srcOrd="0" destOrd="0" presId="urn:microsoft.com/office/officeart/2018/5/layout/IconCircleLabelList"/>
    <dgm:cxn modelId="{F8AF2B9C-C3A8-4D27-BE5A-BB7E11A66434}" type="presParOf" srcId="{50D0E857-40D2-47A8-B5DE-A8B48DC6A722}" destId="{17A1F5A9-ED8E-4317-A44C-29DE5D116120}" srcOrd="1" destOrd="0" presId="urn:microsoft.com/office/officeart/2018/5/layout/IconCircleLabelList"/>
    <dgm:cxn modelId="{A78DFCF1-36DC-4754-868D-1084E38BB165}" type="presParOf" srcId="{50D0E857-40D2-47A8-B5DE-A8B48DC6A722}" destId="{E75C3EEB-5DDC-41D0-BB07-19C0CA4E0FBE}" srcOrd="2" destOrd="0" presId="urn:microsoft.com/office/officeart/2018/5/layout/IconCircleLabelList"/>
    <dgm:cxn modelId="{1FF32EBC-16A0-4C1D-AFDB-32564BCBE40B}" type="presParOf" srcId="{50D0E857-40D2-47A8-B5DE-A8B48DC6A722}" destId="{48E49D21-8681-4698-9405-58EB2A7AB3EF}" srcOrd="3" destOrd="0" presId="urn:microsoft.com/office/officeart/2018/5/layout/IconCircleLabelList"/>
    <dgm:cxn modelId="{5D66DADC-B7E7-4742-9125-1E5F905F850F}" type="presParOf" srcId="{C0AA8A11-F3A8-414B-8BBC-DE04F7C00BD9}" destId="{27DF9789-E1CB-4EE3-9F6F-8C4378E35BC5}" srcOrd="3" destOrd="0" presId="urn:microsoft.com/office/officeart/2018/5/layout/IconCircleLabelList"/>
    <dgm:cxn modelId="{DDB4DD6E-85C3-4174-8038-1AA9E5107347}" type="presParOf" srcId="{C0AA8A11-F3A8-414B-8BBC-DE04F7C00BD9}" destId="{EA41403A-672F-4F16-8238-D3D7D2F959F8}" srcOrd="4" destOrd="0" presId="urn:microsoft.com/office/officeart/2018/5/layout/IconCircleLabelList"/>
    <dgm:cxn modelId="{52E42BDC-A64C-4E9F-B5D7-67213DE380ED}" type="presParOf" srcId="{EA41403A-672F-4F16-8238-D3D7D2F959F8}" destId="{5D8EC21A-329C-4699-B1E6-3E7C53AAD189}" srcOrd="0" destOrd="0" presId="urn:microsoft.com/office/officeart/2018/5/layout/IconCircleLabelList"/>
    <dgm:cxn modelId="{9B4025FC-E622-4459-84DC-B7AAC10E589F}" type="presParOf" srcId="{EA41403A-672F-4F16-8238-D3D7D2F959F8}" destId="{F26FE905-A2ED-4462-AD10-45F45C6F7277}" srcOrd="1" destOrd="0" presId="urn:microsoft.com/office/officeart/2018/5/layout/IconCircleLabelList"/>
    <dgm:cxn modelId="{9C2E2249-4698-4D95-A7C9-441B531C717A}" type="presParOf" srcId="{EA41403A-672F-4F16-8238-D3D7D2F959F8}" destId="{D8490A89-410A-4794-B9B1-E1B9C5761F92}" srcOrd="2" destOrd="0" presId="urn:microsoft.com/office/officeart/2018/5/layout/IconCircleLabelList"/>
    <dgm:cxn modelId="{53B8FB38-5DEF-46B6-8407-878313A663EE}" type="presParOf" srcId="{EA41403A-672F-4F16-8238-D3D7D2F959F8}" destId="{6AA7899D-6295-4EF7-9C4C-6E3A2B07D812}" srcOrd="3" destOrd="0" presId="urn:microsoft.com/office/officeart/2018/5/layout/IconCircleLabelList"/>
    <dgm:cxn modelId="{34E39323-94A6-41CC-A66C-50463C7C2C07}" type="presParOf" srcId="{C0AA8A11-F3A8-414B-8BBC-DE04F7C00BD9}" destId="{90CE5353-B00C-476E-8B48-B3A8E7BBA8B6}" srcOrd="5" destOrd="0" presId="urn:microsoft.com/office/officeart/2018/5/layout/IconCircleLabelList"/>
    <dgm:cxn modelId="{6E3938A6-9786-400F-93A1-71301963B12C}" type="presParOf" srcId="{C0AA8A11-F3A8-414B-8BBC-DE04F7C00BD9}" destId="{B8B82ABD-B997-4B07-B90E-CBBA3ABC684E}" srcOrd="6" destOrd="0" presId="urn:microsoft.com/office/officeart/2018/5/layout/IconCircleLabelList"/>
    <dgm:cxn modelId="{3D06C4D7-0C1D-4E6A-A858-CA6F6C6BF9AA}" type="presParOf" srcId="{B8B82ABD-B997-4B07-B90E-CBBA3ABC684E}" destId="{41ABBEDB-96FF-455D-9C9E-F29854B23FFD}" srcOrd="0" destOrd="0" presId="urn:microsoft.com/office/officeart/2018/5/layout/IconCircleLabelList"/>
    <dgm:cxn modelId="{C0832618-28A1-4F3F-A82A-0B1E6D94674D}" type="presParOf" srcId="{B8B82ABD-B997-4B07-B90E-CBBA3ABC684E}" destId="{C5D395F9-11FB-4035-B3D6-12A9BA41DEE2}" srcOrd="1" destOrd="0" presId="urn:microsoft.com/office/officeart/2018/5/layout/IconCircleLabelList"/>
    <dgm:cxn modelId="{B30A6840-C5E3-4105-8DD9-4AF305DF8C95}" type="presParOf" srcId="{B8B82ABD-B997-4B07-B90E-CBBA3ABC684E}" destId="{88C18E58-8126-4198-9214-96587EAAE711}" srcOrd="2" destOrd="0" presId="urn:microsoft.com/office/officeart/2018/5/layout/IconCircleLabelList"/>
    <dgm:cxn modelId="{FC6E76F4-6F5C-43C0-BE01-EE00EE40E168}" type="presParOf" srcId="{B8B82ABD-B997-4B07-B90E-CBBA3ABC684E}" destId="{03DF78E7-8BE0-4D9D-BA97-915947C867E5}" srcOrd="3" destOrd="0" presId="urn:microsoft.com/office/officeart/2018/5/layout/IconCircleLabelList"/>
    <dgm:cxn modelId="{56C51430-A2E0-404B-AA82-34E01B01F267}" type="presParOf" srcId="{C0AA8A11-F3A8-414B-8BBC-DE04F7C00BD9}" destId="{E40E7DFA-170E-4798-95F1-34FBE6D65AD3}" srcOrd="7" destOrd="0" presId="urn:microsoft.com/office/officeart/2018/5/layout/IconCircleLabelList"/>
    <dgm:cxn modelId="{83FF1A1F-FEF5-4633-BA2D-DA399B7E88F1}" type="presParOf" srcId="{C0AA8A11-F3A8-414B-8BBC-DE04F7C00BD9}" destId="{63E4567D-DC8A-4CEA-B205-24BC0D294B90}" srcOrd="8" destOrd="0" presId="urn:microsoft.com/office/officeart/2018/5/layout/IconCircleLabelList"/>
    <dgm:cxn modelId="{34D2C03A-E0FF-4B1E-8EE9-C58908DC88BE}" type="presParOf" srcId="{63E4567D-DC8A-4CEA-B205-24BC0D294B90}" destId="{CE2CF0D7-BFE3-4FD1-B665-5063A2A55A9F}" srcOrd="0" destOrd="0" presId="urn:microsoft.com/office/officeart/2018/5/layout/IconCircleLabelList"/>
    <dgm:cxn modelId="{573412B5-11AC-43E0-9CAB-12C04F398A82}" type="presParOf" srcId="{63E4567D-DC8A-4CEA-B205-24BC0D294B90}" destId="{563637AE-FF16-4F2C-AE73-A701E9215619}" srcOrd="1" destOrd="0" presId="urn:microsoft.com/office/officeart/2018/5/layout/IconCircleLabelList"/>
    <dgm:cxn modelId="{43F17318-23BD-4E24-AD0B-84409536486C}" type="presParOf" srcId="{63E4567D-DC8A-4CEA-B205-24BC0D294B90}" destId="{43C21442-FBA2-4ACA-A617-DFC258F5BE2F}" srcOrd="2" destOrd="0" presId="urn:microsoft.com/office/officeart/2018/5/layout/IconCircleLabelList"/>
    <dgm:cxn modelId="{D5500F43-7628-4BE0-9413-8B6AF694B77F}" type="presParOf" srcId="{63E4567D-DC8A-4CEA-B205-24BC0D294B90}" destId="{524F2037-A5CA-492E-8A1C-46BFD9681AF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EFD068-248C-46E1-8D8A-90A8840B5D2F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7714A-88BB-44E2-83DA-99F344027B6D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8B833-7629-48A7-949E-4C9D79024515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Introduction</a:t>
          </a:r>
          <a:endParaRPr lang="en-US" sz="2400" kern="1200"/>
        </a:p>
      </dsp:txBody>
      <dsp:txXfrm>
        <a:off x="1172126" y="908559"/>
        <a:ext cx="2114937" cy="897246"/>
      </dsp:txXfrm>
    </dsp:sp>
    <dsp:sp modelId="{53DCAA2E-2AAF-4C84-89B6-2CCEC4FB2884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4F56B4-CE72-4821-9084-8822FB713506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01149-013D-4300-B867-97CF58F8ECB7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Advantages</a:t>
          </a:r>
          <a:endParaRPr lang="en-US" sz="2400" kern="1200"/>
        </a:p>
      </dsp:txBody>
      <dsp:txXfrm>
        <a:off x="4745088" y="908559"/>
        <a:ext cx="2114937" cy="897246"/>
      </dsp:txXfrm>
    </dsp:sp>
    <dsp:sp modelId="{FC8A307E-5A24-46F9-A3BE-04364BCCB41A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B5768-B1B9-4F91-8C72-4CAF0C2223A1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D6F1C-2E5E-4E11-8FCC-1666F964148C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Use Cases</a:t>
          </a:r>
          <a:endParaRPr lang="en-US" sz="2400" kern="1200"/>
        </a:p>
      </dsp:txBody>
      <dsp:txXfrm>
        <a:off x="8318049" y="908559"/>
        <a:ext cx="2114937" cy="897246"/>
      </dsp:txXfrm>
    </dsp:sp>
    <dsp:sp modelId="{920418E7-5FEE-4823-B487-EDB9B33A69DB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59CB9-78A6-442C-89DF-3AF0825AFCB8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42A38-A449-4A44-A355-9723AA954F86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Barriers</a:t>
          </a:r>
          <a:endParaRPr lang="en-US" sz="2400" kern="1200"/>
        </a:p>
      </dsp:txBody>
      <dsp:txXfrm>
        <a:off x="1172126" y="2545532"/>
        <a:ext cx="2114937" cy="897246"/>
      </dsp:txXfrm>
    </dsp:sp>
    <dsp:sp modelId="{81346C34-75A5-4692-BCB7-02032A1936EF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C28BFD-7CC6-4289-9DDA-51ED160E8826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7B901-B408-4606-A0E2-7B584037F7E1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Future Work</a:t>
          </a:r>
          <a:endParaRPr lang="en-US" sz="2400" kern="1200"/>
        </a:p>
      </dsp:txBody>
      <dsp:txXfrm>
        <a:off x="4745088" y="2545532"/>
        <a:ext cx="2114937" cy="897246"/>
      </dsp:txXfrm>
    </dsp:sp>
    <dsp:sp modelId="{97E39668-E657-4D7F-B9A7-6EA14C342FB7}">
      <dsp:nvSpPr>
        <dsp:cNvPr id="0" name=""/>
        <dsp:cNvSpPr/>
      </dsp:nvSpPr>
      <dsp:spPr>
        <a:xfrm>
          <a:off x="7228536" y="2545532"/>
          <a:ext cx="897246" cy="89724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A6CE4-51A3-4993-A4DF-5E519CF550C4}">
      <dsp:nvSpPr>
        <dsp:cNvPr id="0" name=""/>
        <dsp:cNvSpPr/>
      </dsp:nvSpPr>
      <dsp:spPr>
        <a:xfrm>
          <a:off x="7416958" y="2733954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F9E7A-DFC6-4B04-A960-8DEA218CEA21}">
      <dsp:nvSpPr>
        <dsp:cNvPr id="0" name=""/>
        <dsp:cNvSpPr/>
      </dsp:nvSpPr>
      <dsp:spPr>
        <a:xfrm>
          <a:off x="8318049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Conclusion</a:t>
          </a:r>
          <a:endParaRPr lang="en-US" sz="2400" kern="1200"/>
        </a:p>
      </dsp:txBody>
      <dsp:txXfrm>
        <a:off x="8318049" y="2545532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EFDFB-CA7F-4598-A342-AECEF7729100}">
      <dsp:nvSpPr>
        <dsp:cNvPr id="0" name=""/>
        <dsp:cNvSpPr/>
      </dsp:nvSpPr>
      <dsp:spPr>
        <a:xfrm>
          <a:off x="622800" y="1196183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E9EF4-AC08-4C24-A66C-7BC55AD9C63A}">
      <dsp:nvSpPr>
        <dsp:cNvPr id="0" name=""/>
        <dsp:cNvSpPr/>
      </dsp:nvSpPr>
      <dsp:spPr>
        <a:xfrm>
          <a:off x="127800" y="2300154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Mutimedia: Combines different content forms like Text, Audio, Images, Animation, or video into a single interactive presentation.</a:t>
          </a:r>
          <a:endParaRPr lang="en-US" sz="1100" kern="1200"/>
        </a:p>
      </dsp:txBody>
      <dsp:txXfrm>
        <a:off x="127800" y="2300154"/>
        <a:ext cx="1800000" cy="855000"/>
      </dsp:txXfrm>
    </dsp:sp>
    <dsp:sp modelId="{8166BA7E-F264-4C73-8CF7-0CC2128313C4}">
      <dsp:nvSpPr>
        <dsp:cNvPr id="0" name=""/>
        <dsp:cNvSpPr/>
      </dsp:nvSpPr>
      <dsp:spPr>
        <a:xfrm>
          <a:off x="2737800" y="1196183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A70DD-1E28-4631-9CAA-6BDF9AA0632E}">
      <dsp:nvSpPr>
        <dsp:cNvPr id="0" name=""/>
        <dsp:cNvSpPr/>
      </dsp:nvSpPr>
      <dsp:spPr>
        <a:xfrm>
          <a:off x="2242800" y="2300154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Encourages interaction from users</a:t>
          </a:r>
          <a:endParaRPr lang="en-US" sz="1100" kern="1200"/>
        </a:p>
      </dsp:txBody>
      <dsp:txXfrm>
        <a:off x="2242800" y="2300154"/>
        <a:ext cx="1800000" cy="855000"/>
      </dsp:txXfrm>
    </dsp:sp>
    <dsp:sp modelId="{DB4DB16D-B3E5-484A-8EC6-6AD1C56CF8BC}">
      <dsp:nvSpPr>
        <dsp:cNvPr id="0" name=""/>
        <dsp:cNvSpPr/>
      </dsp:nvSpPr>
      <dsp:spPr>
        <a:xfrm>
          <a:off x="4852800" y="1196183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1869B-18AD-4420-A81F-F508FC258DFB}">
      <dsp:nvSpPr>
        <dsp:cNvPr id="0" name=""/>
        <dsp:cNvSpPr/>
      </dsp:nvSpPr>
      <dsp:spPr>
        <a:xfrm>
          <a:off x="4357800" y="2300154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Video and Digital Media, important tools, bolster the educational experience.</a:t>
          </a:r>
          <a:endParaRPr lang="en-US" sz="1100" kern="1200"/>
        </a:p>
      </dsp:txBody>
      <dsp:txXfrm>
        <a:off x="4357800" y="2300154"/>
        <a:ext cx="1800000" cy="855000"/>
      </dsp:txXfrm>
    </dsp:sp>
    <dsp:sp modelId="{7DA24EEC-78BD-4AB8-8F25-7A68875024C5}">
      <dsp:nvSpPr>
        <dsp:cNvPr id="0" name=""/>
        <dsp:cNvSpPr/>
      </dsp:nvSpPr>
      <dsp:spPr>
        <a:xfrm>
          <a:off x="6967800" y="1196183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6DE0D-36F7-44F4-B50E-79815C4D4660}">
      <dsp:nvSpPr>
        <dsp:cNvPr id="0" name=""/>
        <dsp:cNvSpPr/>
      </dsp:nvSpPr>
      <dsp:spPr>
        <a:xfrm>
          <a:off x="6472800" y="2300154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Educators can illustrate and demonstrate complex ideas easily.</a:t>
          </a:r>
          <a:endParaRPr lang="en-US" sz="1100" kern="1200"/>
        </a:p>
      </dsp:txBody>
      <dsp:txXfrm>
        <a:off x="6472800" y="2300154"/>
        <a:ext cx="1800000" cy="855000"/>
      </dsp:txXfrm>
    </dsp:sp>
    <dsp:sp modelId="{8BE95840-C6FB-4217-856A-F45665271802}">
      <dsp:nvSpPr>
        <dsp:cNvPr id="0" name=""/>
        <dsp:cNvSpPr/>
      </dsp:nvSpPr>
      <dsp:spPr>
        <a:xfrm>
          <a:off x="9082800" y="1196183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B9C9D-D455-405C-879B-5BC3B79A086C}">
      <dsp:nvSpPr>
        <dsp:cNvPr id="0" name=""/>
        <dsp:cNvSpPr/>
      </dsp:nvSpPr>
      <dsp:spPr>
        <a:xfrm>
          <a:off x="8587800" y="2300154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Enhances teaching and learning expereinces</a:t>
          </a:r>
          <a:endParaRPr lang="en-US" sz="1100" kern="1200"/>
        </a:p>
      </dsp:txBody>
      <dsp:txXfrm>
        <a:off x="8587800" y="2300154"/>
        <a:ext cx="1800000" cy="855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360052-2AEE-48B4-96BC-D082C89E4BE1}">
      <dsp:nvSpPr>
        <dsp:cNvPr id="0" name=""/>
        <dsp:cNvSpPr/>
      </dsp:nvSpPr>
      <dsp:spPr>
        <a:xfrm>
          <a:off x="704911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8B33-D858-4F98-8F22-649A32F00E03}">
      <dsp:nvSpPr>
        <dsp:cNvPr id="0" name=""/>
        <dsp:cNvSpPr/>
      </dsp:nvSpPr>
      <dsp:spPr>
        <a:xfrm>
          <a:off x="309008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Students have access to contents and watch outside of class time.</a:t>
          </a:r>
          <a:endParaRPr lang="en-US" sz="1100" kern="1200"/>
        </a:p>
      </dsp:txBody>
      <dsp:txXfrm>
        <a:off x="309008" y="1419853"/>
        <a:ext cx="1439648" cy="575859"/>
      </dsp:txXfrm>
    </dsp:sp>
    <dsp:sp modelId="{5A4BACA5-C62C-4D5B-9B38-06EE15BDBE66}">
      <dsp:nvSpPr>
        <dsp:cNvPr id="0" name=""/>
        <dsp:cNvSpPr/>
      </dsp:nvSpPr>
      <dsp:spPr>
        <a:xfrm>
          <a:off x="2396498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C4E9-5F00-43C1-9405-7F4D0D9C6CD1}">
      <dsp:nvSpPr>
        <dsp:cNvPr id="0" name=""/>
        <dsp:cNvSpPr/>
      </dsp:nvSpPr>
      <dsp:spPr>
        <a:xfrm>
          <a:off x="2000595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Used for comprehension checks, discussion, and reinforcement of content.</a:t>
          </a:r>
          <a:endParaRPr lang="en-US" sz="1100" kern="1200"/>
        </a:p>
      </dsp:txBody>
      <dsp:txXfrm>
        <a:off x="2000595" y="1419853"/>
        <a:ext cx="1439648" cy="575859"/>
      </dsp:txXfrm>
    </dsp:sp>
    <dsp:sp modelId="{3B6171DC-CB27-4384-8754-84711EF6D1AA}">
      <dsp:nvSpPr>
        <dsp:cNvPr id="0" name=""/>
        <dsp:cNvSpPr/>
      </dsp:nvSpPr>
      <dsp:spPr>
        <a:xfrm>
          <a:off x="4088085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CCDD3-168E-402C-8B0B-302C7D5BF1CF}">
      <dsp:nvSpPr>
        <dsp:cNvPr id="0" name=""/>
        <dsp:cNvSpPr/>
      </dsp:nvSpPr>
      <dsp:spPr>
        <a:xfrm>
          <a:off x="3692182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Enhances and varies the learning process, leads to better knowledge retention.</a:t>
          </a:r>
          <a:endParaRPr lang="en-US" sz="1100" kern="1200"/>
        </a:p>
      </dsp:txBody>
      <dsp:txXfrm>
        <a:off x="3692182" y="1419853"/>
        <a:ext cx="1439648" cy="575859"/>
      </dsp:txXfrm>
    </dsp:sp>
    <dsp:sp modelId="{35E74A6C-98AD-49D4-9D4D-A0FE33C672C2}">
      <dsp:nvSpPr>
        <dsp:cNvPr id="0" name=""/>
        <dsp:cNvSpPr/>
      </dsp:nvSpPr>
      <dsp:spPr>
        <a:xfrm>
          <a:off x="5779672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AAE202-C1E9-478D-993B-8F7D3DF7FAD8}">
      <dsp:nvSpPr>
        <dsp:cNvPr id="0" name=""/>
        <dsp:cNvSpPr/>
      </dsp:nvSpPr>
      <dsp:spPr>
        <a:xfrm>
          <a:off x="5383769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Provides more opportunities for student engagement with content.</a:t>
          </a:r>
          <a:endParaRPr lang="en-US" sz="1100" kern="1200"/>
        </a:p>
      </dsp:txBody>
      <dsp:txXfrm>
        <a:off x="5383769" y="1419853"/>
        <a:ext cx="1439648" cy="575859"/>
      </dsp:txXfrm>
    </dsp:sp>
    <dsp:sp modelId="{59A3C44E-D89D-4A01-831D-8D2C6D6752EA}">
      <dsp:nvSpPr>
        <dsp:cNvPr id="0" name=""/>
        <dsp:cNvSpPr/>
      </dsp:nvSpPr>
      <dsp:spPr>
        <a:xfrm>
          <a:off x="7471259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F7C3F-625D-4F5A-ADE1-47DE29523E72}">
      <dsp:nvSpPr>
        <dsp:cNvPr id="0" name=""/>
        <dsp:cNvSpPr/>
      </dsp:nvSpPr>
      <dsp:spPr>
        <a:xfrm>
          <a:off x="7075356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Promotes Remote Learning.</a:t>
          </a:r>
          <a:endParaRPr lang="en-US" sz="1100" kern="1200"/>
        </a:p>
      </dsp:txBody>
      <dsp:txXfrm>
        <a:off x="7075356" y="1419853"/>
        <a:ext cx="1439648" cy="575859"/>
      </dsp:txXfrm>
    </dsp:sp>
    <dsp:sp modelId="{6E931E86-CD0C-403F-A017-8412DCFDEEB1}">
      <dsp:nvSpPr>
        <dsp:cNvPr id="0" name=""/>
        <dsp:cNvSpPr/>
      </dsp:nvSpPr>
      <dsp:spPr>
        <a:xfrm>
          <a:off x="9162846" y="510931"/>
          <a:ext cx="647841" cy="6478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E5C36-15B5-49EE-8CBE-7742537725E3}">
      <dsp:nvSpPr>
        <dsp:cNvPr id="0" name=""/>
        <dsp:cNvSpPr/>
      </dsp:nvSpPr>
      <dsp:spPr>
        <a:xfrm>
          <a:off x="8766943" y="1419853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Demonstrate complex ideas.</a:t>
          </a:r>
          <a:endParaRPr lang="en-US" sz="1100" kern="1200"/>
        </a:p>
      </dsp:txBody>
      <dsp:txXfrm>
        <a:off x="8766943" y="1419853"/>
        <a:ext cx="1439648" cy="575859"/>
      </dsp:txXfrm>
    </dsp:sp>
    <dsp:sp modelId="{C19E9505-74E6-4BD7-8318-BC9282E88722}">
      <dsp:nvSpPr>
        <dsp:cNvPr id="0" name=""/>
        <dsp:cNvSpPr/>
      </dsp:nvSpPr>
      <dsp:spPr>
        <a:xfrm>
          <a:off x="4088085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CD386-0D27-41B4-8EDA-05C34FC5CF03}">
      <dsp:nvSpPr>
        <dsp:cNvPr id="0" name=""/>
        <dsp:cNvSpPr/>
      </dsp:nvSpPr>
      <dsp:spPr>
        <a:xfrm>
          <a:off x="3692182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Pictures speak a thousand words.</a:t>
          </a:r>
          <a:endParaRPr lang="en-US" sz="1100" kern="1200"/>
        </a:p>
      </dsp:txBody>
      <dsp:txXfrm>
        <a:off x="3692182" y="3264547"/>
        <a:ext cx="1439648" cy="575859"/>
      </dsp:txXfrm>
    </dsp:sp>
    <dsp:sp modelId="{D550D770-30D8-4F6A-B845-264BD6725120}">
      <dsp:nvSpPr>
        <dsp:cNvPr id="0" name=""/>
        <dsp:cNvSpPr/>
      </dsp:nvSpPr>
      <dsp:spPr>
        <a:xfrm>
          <a:off x="5779672" y="2355625"/>
          <a:ext cx="647841" cy="6478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431CB-BA36-4E8F-81C5-04F7037C82C2}">
      <dsp:nvSpPr>
        <dsp:cNvPr id="0" name=""/>
        <dsp:cNvSpPr/>
      </dsp:nvSpPr>
      <dsp:spPr>
        <a:xfrm>
          <a:off x="5383769" y="3264547"/>
          <a:ext cx="1439648" cy="575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Helps overcome limitations of large class sizes and limited time.</a:t>
          </a:r>
          <a:endParaRPr lang="en-US" sz="1100" kern="1200"/>
        </a:p>
      </dsp:txBody>
      <dsp:txXfrm>
        <a:off x="5383769" y="3264547"/>
        <a:ext cx="1439648" cy="5758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FBBA6-5F09-48C7-ADDE-048425582C17}">
      <dsp:nvSpPr>
        <dsp:cNvPr id="0" name=""/>
        <dsp:cNvSpPr/>
      </dsp:nvSpPr>
      <dsp:spPr>
        <a:xfrm>
          <a:off x="421398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6F98C-B66E-4410-9A48-B51D4BCBD568}">
      <dsp:nvSpPr>
        <dsp:cNvPr id="0" name=""/>
        <dsp:cNvSpPr/>
      </dsp:nvSpPr>
      <dsp:spPr>
        <a:xfrm>
          <a:off x="84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Provide supplement materials for students. More resources for explorers and assessments.</a:t>
          </a:r>
          <a:endParaRPr lang="en-US" sz="1100" kern="1200"/>
        </a:p>
      </dsp:txBody>
      <dsp:txXfrm>
        <a:off x="841" y="2344441"/>
        <a:ext cx="1529296" cy="611718"/>
      </dsp:txXfrm>
    </dsp:sp>
    <dsp:sp modelId="{465A3A4A-C4FB-4F7B-9434-CC13F3ADF7CF}">
      <dsp:nvSpPr>
        <dsp:cNvPr id="0" name=""/>
        <dsp:cNvSpPr/>
      </dsp:nvSpPr>
      <dsp:spPr>
        <a:xfrm>
          <a:off x="2218322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E0924-5EF7-4A69-8511-368C2CF56BD2}">
      <dsp:nvSpPr>
        <dsp:cNvPr id="0" name=""/>
        <dsp:cNvSpPr/>
      </dsp:nvSpPr>
      <dsp:spPr>
        <a:xfrm>
          <a:off x="1797765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Flipped course: where student absorb new material largely outside of class time.</a:t>
          </a:r>
          <a:endParaRPr lang="en-US" sz="1100" kern="1200"/>
        </a:p>
      </dsp:txBody>
      <dsp:txXfrm>
        <a:off x="1797765" y="2344441"/>
        <a:ext cx="1529296" cy="611718"/>
      </dsp:txXfrm>
    </dsp:sp>
    <dsp:sp modelId="{16B8E1DA-A040-46CF-9F22-ADB019D10B46}">
      <dsp:nvSpPr>
        <dsp:cNvPr id="0" name=""/>
        <dsp:cNvSpPr/>
      </dsp:nvSpPr>
      <dsp:spPr>
        <a:xfrm>
          <a:off x="4015246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D6A9-6A14-453C-A313-E3FD2485691E}">
      <dsp:nvSpPr>
        <dsp:cNvPr id="0" name=""/>
        <dsp:cNvSpPr/>
      </dsp:nvSpPr>
      <dsp:spPr>
        <a:xfrm>
          <a:off x="3594689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Flipped classrooms: Encourages more interactions as instructors have more time for discussions.</a:t>
          </a:r>
          <a:endParaRPr lang="en-US" sz="1100" kern="1200"/>
        </a:p>
      </dsp:txBody>
      <dsp:txXfrm>
        <a:off x="3594689" y="2344441"/>
        <a:ext cx="1529296" cy="611718"/>
      </dsp:txXfrm>
    </dsp:sp>
    <dsp:sp modelId="{6381EFCA-B7BE-4950-89B1-96F62ED3873A}">
      <dsp:nvSpPr>
        <dsp:cNvPr id="0" name=""/>
        <dsp:cNvSpPr/>
      </dsp:nvSpPr>
      <dsp:spPr>
        <a:xfrm>
          <a:off x="5812170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95DB8-8C70-476C-ACAD-2C20AC62BE5A}">
      <dsp:nvSpPr>
        <dsp:cNvPr id="0" name=""/>
        <dsp:cNvSpPr/>
      </dsp:nvSpPr>
      <dsp:spPr>
        <a:xfrm>
          <a:off x="5391613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Pace of introducing new content won’t matter.</a:t>
          </a:r>
          <a:endParaRPr lang="en-US" sz="1100" kern="1200"/>
        </a:p>
      </dsp:txBody>
      <dsp:txXfrm>
        <a:off x="5391613" y="2344441"/>
        <a:ext cx="1529296" cy="611718"/>
      </dsp:txXfrm>
    </dsp:sp>
    <dsp:sp modelId="{F405E558-8446-43BA-BA0B-BA96B05A79E2}">
      <dsp:nvSpPr>
        <dsp:cNvPr id="0" name=""/>
        <dsp:cNvSpPr/>
      </dsp:nvSpPr>
      <dsp:spPr>
        <a:xfrm>
          <a:off x="7609093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E685F-D0AD-4C3B-8A48-7A96C79BE3A2}">
      <dsp:nvSpPr>
        <dsp:cNvPr id="0" name=""/>
        <dsp:cNvSpPr/>
      </dsp:nvSpPr>
      <dsp:spPr>
        <a:xfrm>
          <a:off x="7188537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Incourages inclassroom discussions among peers.</a:t>
          </a:r>
          <a:endParaRPr lang="en-US" sz="1100" kern="1200"/>
        </a:p>
      </dsp:txBody>
      <dsp:txXfrm>
        <a:off x="7188537" y="2344441"/>
        <a:ext cx="1529296" cy="611718"/>
      </dsp:txXfrm>
    </dsp:sp>
    <dsp:sp modelId="{A05B0D68-E8AD-4D5C-91A8-C73B2539EC0E}">
      <dsp:nvSpPr>
        <dsp:cNvPr id="0" name=""/>
        <dsp:cNvSpPr/>
      </dsp:nvSpPr>
      <dsp:spPr>
        <a:xfrm>
          <a:off x="9406017" y="1395177"/>
          <a:ext cx="688183" cy="6881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9CCDE0-0489-4A5A-A66B-60839FED0431}">
      <dsp:nvSpPr>
        <dsp:cNvPr id="0" name=""/>
        <dsp:cNvSpPr/>
      </dsp:nvSpPr>
      <dsp:spPr>
        <a:xfrm>
          <a:off x="8985461" y="2344441"/>
          <a:ext cx="1529296" cy="611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Massive Open Online Courses, or MOOCs.</a:t>
          </a:r>
          <a:endParaRPr lang="en-US" sz="1100" kern="1200"/>
        </a:p>
      </dsp:txBody>
      <dsp:txXfrm>
        <a:off x="8985461" y="2344441"/>
        <a:ext cx="1529296" cy="611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F78D0-C062-4A67-AB3E-FA316E2DD09A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DF5B4-0C42-450D-AF61-DD487DE51260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Teacher’s Support Application: New Interactive App for Teachers by Government and USAID.</a:t>
          </a:r>
          <a:endParaRPr lang="en-US" sz="2700" kern="1200"/>
        </a:p>
      </dsp:txBody>
      <dsp:txXfrm>
        <a:off x="0" y="675"/>
        <a:ext cx="6900512" cy="1106957"/>
      </dsp:txXfrm>
    </dsp:sp>
    <dsp:sp modelId="{F87068D5-1F62-4062-A14A-2BD3CD5CB6E0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193F1-AEF9-440B-81F5-EAACCCEC612F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Udemy and Massive Online and Open Online courses</a:t>
          </a:r>
          <a:endParaRPr lang="en-US" sz="2700" kern="1200"/>
        </a:p>
      </dsp:txBody>
      <dsp:txXfrm>
        <a:off x="0" y="1107633"/>
        <a:ext cx="6900512" cy="1106957"/>
      </dsp:txXfrm>
    </dsp:sp>
    <dsp:sp modelId="{2B9AAB61-C684-4237-9039-0A51D5195035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1D535-E40D-4583-BAF8-F9A30B888415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Interactive Learning</a:t>
          </a:r>
          <a:endParaRPr lang="en-US" sz="2700" kern="1200"/>
        </a:p>
      </dsp:txBody>
      <dsp:txXfrm>
        <a:off x="0" y="2214591"/>
        <a:ext cx="6900512" cy="1106957"/>
      </dsp:txXfrm>
    </dsp:sp>
    <dsp:sp modelId="{108CF50A-5C02-4D4D-938D-20A460B60074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F5DCA-83A5-4EA9-9F28-7B5246754894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Audio-Video concepts</a:t>
          </a:r>
          <a:endParaRPr lang="en-US" sz="2700" kern="1200"/>
        </a:p>
      </dsp:txBody>
      <dsp:txXfrm>
        <a:off x="0" y="3321549"/>
        <a:ext cx="6900512" cy="1106957"/>
      </dsp:txXfrm>
    </dsp:sp>
    <dsp:sp modelId="{0BDA26A0-04B9-4347-BBB2-05169825AD4A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283BD-EE24-415E-A72B-170F2C7C73E8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Encourages discussions</a:t>
          </a:r>
          <a:endParaRPr lang="en-US" sz="2700" kern="1200"/>
        </a:p>
      </dsp:txBody>
      <dsp:txXfrm>
        <a:off x="0" y="4428507"/>
        <a:ext cx="6900512" cy="11069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78F80-E804-439B-A372-D29E85857F9F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0CEA6-0056-4D9B-85E6-05E1E67D1FDA}">
      <dsp:nvSpPr>
        <dsp:cNvPr id="0" name=""/>
        <dsp:cNvSpPr/>
      </dsp:nvSpPr>
      <dsp:spPr>
        <a:xfrm>
          <a:off x="0" y="675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Adobe Rush</a:t>
          </a:r>
          <a:endParaRPr lang="en-US" sz="2800" kern="1200"/>
        </a:p>
      </dsp:txBody>
      <dsp:txXfrm>
        <a:off x="0" y="675"/>
        <a:ext cx="6900512" cy="614976"/>
      </dsp:txXfrm>
    </dsp:sp>
    <dsp:sp modelId="{6F65EDB0-48B7-4AC1-8CC9-691ED889C642}">
      <dsp:nvSpPr>
        <dsp:cNvPr id="0" name=""/>
        <dsp:cNvSpPr/>
      </dsp:nvSpPr>
      <dsp:spPr>
        <a:xfrm>
          <a:off x="0" y="615652"/>
          <a:ext cx="6900512" cy="0"/>
        </a:xfrm>
        <a:prstGeom prst="line">
          <a:avLst/>
        </a:prstGeom>
        <a:solidFill>
          <a:schemeClr val="accent2">
            <a:hueOff val="-181920"/>
            <a:satOff val="-10491"/>
            <a:lumOff val="1078"/>
            <a:alphaOff val="0"/>
          </a:schemeClr>
        </a:solidFill>
        <a:ln w="12700" cap="flat" cmpd="sng" algn="ctr">
          <a:solidFill>
            <a:schemeClr val="accent2">
              <a:hueOff val="-181920"/>
              <a:satOff val="-10491"/>
              <a:lumOff val="107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167564-A252-44AF-972A-296A00BCB12F}">
      <dsp:nvSpPr>
        <dsp:cNvPr id="0" name=""/>
        <dsp:cNvSpPr/>
      </dsp:nvSpPr>
      <dsp:spPr>
        <a:xfrm>
          <a:off x="0" y="615652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Adobe Premiere Pro</a:t>
          </a:r>
          <a:endParaRPr lang="en-US" sz="2800" kern="1200"/>
        </a:p>
      </dsp:txBody>
      <dsp:txXfrm>
        <a:off x="0" y="615652"/>
        <a:ext cx="6900512" cy="614976"/>
      </dsp:txXfrm>
    </dsp:sp>
    <dsp:sp modelId="{77A9FE2D-CA24-49D5-92D7-B14A2D541482}">
      <dsp:nvSpPr>
        <dsp:cNvPr id="0" name=""/>
        <dsp:cNvSpPr/>
      </dsp:nvSpPr>
      <dsp:spPr>
        <a:xfrm>
          <a:off x="0" y="1230628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B58C0-F30C-4B78-976E-7590C104BAEF}">
      <dsp:nvSpPr>
        <dsp:cNvPr id="0" name=""/>
        <dsp:cNvSpPr/>
      </dsp:nvSpPr>
      <dsp:spPr>
        <a:xfrm>
          <a:off x="0" y="1230628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Adobe Audition</a:t>
          </a:r>
          <a:endParaRPr lang="en-US" sz="2800" kern="1200"/>
        </a:p>
      </dsp:txBody>
      <dsp:txXfrm>
        <a:off x="0" y="1230628"/>
        <a:ext cx="6900512" cy="614976"/>
      </dsp:txXfrm>
    </dsp:sp>
    <dsp:sp modelId="{B34DFA6A-1E00-4679-B978-B7F78921AAFF}">
      <dsp:nvSpPr>
        <dsp:cNvPr id="0" name=""/>
        <dsp:cNvSpPr/>
      </dsp:nvSpPr>
      <dsp:spPr>
        <a:xfrm>
          <a:off x="0" y="1845605"/>
          <a:ext cx="6900512" cy="0"/>
        </a:xfrm>
        <a:prstGeom prst="line">
          <a:avLst/>
        </a:prstGeom>
        <a:solidFill>
          <a:schemeClr val="accent2">
            <a:hueOff val="-545761"/>
            <a:satOff val="-31473"/>
            <a:lumOff val="3235"/>
            <a:alphaOff val="0"/>
          </a:schemeClr>
        </a:solidFill>
        <a:ln w="12700" cap="flat" cmpd="sng" algn="ctr">
          <a:solidFill>
            <a:schemeClr val="accent2">
              <a:hueOff val="-545761"/>
              <a:satOff val="-31473"/>
              <a:lumOff val="32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C9B7D-61F1-436D-8E87-201E2AE0584F}">
      <dsp:nvSpPr>
        <dsp:cNvPr id="0" name=""/>
        <dsp:cNvSpPr/>
      </dsp:nvSpPr>
      <dsp:spPr>
        <a:xfrm>
          <a:off x="0" y="1845605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Adobe After Effects</a:t>
          </a:r>
          <a:endParaRPr lang="en-US" sz="2800" kern="1200"/>
        </a:p>
      </dsp:txBody>
      <dsp:txXfrm>
        <a:off x="0" y="1845605"/>
        <a:ext cx="6900512" cy="614976"/>
      </dsp:txXfrm>
    </dsp:sp>
    <dsp:sp modelId="{E306CC7B-545B-43DA-B9CD-A20094394557}">
      <dsp:nvSpPr>
        <dsp:cNvPr id="0" name=""/>
        <dsp:cNvSpPr/>
      </dsp:nvSpPr>
      <dsp:spPr>
        <a:xfrm>
          <a:off x="0" y="2460582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41C3C-6040-45DE-A1D6-B0FD62F84485}">
      <dsp:nvSpPr>
        <dsp:cNvPr id="0" name=""/>
        <dsp:cNvSpPr/>
      </dsp:nvSpPr>
      <dsp:spPr>
        <a:xfrm>
          <a:off x="0" y="2460582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Adobe Spark</a:t>
          </a:r>
          <a:endParaRPr lang="en-US" sz="2800" kern="1200"/>
        </a:p>
      </dsp:txBody>
      <dsp:txXfrm>
        <a:off x="0" y="2460582"/>
        <a:ext cx="6900512" cy="614976"/>
      </dsp:txXfrm>
    </dsp:sp>
    <dsp:sp modelId="{E6E8BB8C-55DF-4001-A017-56B3EB0F60AF}">
      <dsp:nvSpPr>
        <dsp:cNvPr id="0" name=""/>
        <dsp:cNvSpPr/>
      </dsp:nvSpPr>
      <dsp:spPr>
        <a:xfrm>
          <a:off x="0" y="3075558"/>
          <a:ext cx="6900512" cy="0"/>
        </a:xfrm>
        <a:prstGeom prst="line">
          <a:avLst/>
        </a:prstGeom>
        <a:solidFill>
          <a:schemeClr val="accent2">
            <a:hueOff val="-909602"/>
            <a:satOff val="-52455"/>
            <a:lumOff val="5392"/>
            <a:alphaOff val="0"/>
          </a:schemeClr>
        </a:solidFill>
        <a:ln w="12700" cap="flat" cmpd="sng" algn="ctr">
          <a:solidFill>
            <a:schemeClr val="accent2">
              <a:hueOff val="-909602"/>
              <a:satOff val="-52455"/>
              <a:lumOff val="5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8601A9-1A5B-4653-A7D4-E81BA976AC6A}">
      <dsp:nvSpPr>
        <dsp:cNvPr id="0" name=""/>
        <dsp:cNvSpPr/>
      </dsp:nvSpPr>
      <dsp:spPr>
        <a:xfrm>
          <a:off x="0" y="3075558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Microsoft Office</a:t>
          </a:r>
          <a:endParaRPr lang="en-US" sz="2800" kern="1200"/>
        </a:p>
      </dsp:txBody>
      <dsp:txXfrm>
        <a:off x="0" y="3075558"/>
        <a:ext cx="6900512" cy="614976"/>
      </dsp:txXfrm>
    </dsp:sp>
    <dsp:sp modelId="{1E55675A-5389-4A04-B0F0-28384C12FB9F}">
      <dsp:nvSpPr>
        <dsp:cNvPr id="0" name=""/>
        <dsp:cNvSpPr/>
      </dsp:nvSpPr>
      <dsp:spPr>
        <a:xfrm>
          <a:off x="0" y="3690535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FFFE0D-99BE-45BB-9E34-B744490D9250}">
      <dsp:nvSpPr>
        <dsp:cNvPr id="0" name=""/>
        <dsp:cNvSpPr/>
      </dsp:nvSpPr>
      <dsp:spPr>
        <a:xfrm>
          <a:off x="0" y="3690535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Microsoft Teams</a:t>
          </a:r>
          <a:endParaRPr lang="en-US" sz="2800" kern="1200"/>
        </a:p>
      </dsp:txBody>
      <dsp:txXfrm>
        <a:off x="0" y="3690535"/>
        <a:ext cx="6900512" cy="614976"/>
      </dsp:txXfrm>
    </dsp:sp>
    <dsp:sp modelId="{3C7E9FD7-041E-4FCE-B76C-8A1D40AD4559}">
      <dsp:nvSpPr>
        <dsp:cNvPr id="0" name=""/>
        <dsp:cNvSpPr/>
      </dsp:nvSpPr>
      <dsp:spPr>
        <a:xfrm>
          <a:off x="0" y="4305512"/>
          <a:ext cx="6900512" cy="0"/>
        </a:xfrm>
        <a:prstGeom prst="line">
          <a:avLst/>
        </a:prstGeom>
        <a:solidFill>
          <a:schemeClr val="accent2">
            <a:hueOff val="-1273443"/>
            <a:satOff val="-73437"/>
            <a:lumOff val="7549"/>
            <a:alphaOff val="0"/>
          </a:schemeClr>
        </a:solidFill>
        <a:ln w="12700" cap="flat" cmpd="sng" algn="ctr">
          <a:solidFill>
            <a:schemeClr val="accent2">
              <a:hueOff val="-1273443"/>
              <a:satOff val="-73437"/>
              <a:lumOff val="75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45298-118D-4C9A-8DB3-6814F31F6CCC}">
      <dsp:nvSpPr>
        <dsp:cNvPr id="0" name=""/>
        <dsp:cNvSpPr/>
      </dsp:nvSpPr>
      <dsp:spPr>
        <a:xfrm>
          <a:off x="0" y="4305512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Zoom</a:t>
          </a:r>
          <a:endParaRPr lang="en-US" sz="2800" kern="1200"/>
        </a:p>
      </dsp:txBody>
      <dsp:txXfrm>
        <a:off x="0" y="4305512"/>
        <a:ext cx="6900512" cy="614976"/>
      </dsp:txXfrm>
    </dsp:sp>
    <dsp:sp modelId="{0D71C7C1-BF9E-48EF-A895-609F2DD8189D}">
      <dsp:nvSpPr>
        <dsp:cNvPr id="0" name=""/>
        <dsp:cNvSpPr/>
      </dsp:nvSpPr>
      <dsp:spPr>
        <a:xfrm>
          <a:off x="0" y="4920488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FF7F3-87D2-459F-848F-3509FAF6EC9D}">
      <dsp:nvSpPr>
        <dsp:cNvPr id="0" name=""/>
        <dsp:cNvSpPr/>
      </dsp:nvSpPr>
      <dsp:spPr>
        <a:xfrm>
          <a:off x="0" y="4920488"/>
          <a:ext cx="6900512" cy="61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Google Meet</a:t>
          </a:r>
          <a:endParaRPr lang="en-US" sz="2800" kern="1200"/>
        </a:p>
      </dsp:txBody>
      <dsp:txXfrm>
        <a:off x="0" y="4920488"/>
        <a:ext cx="6900512" cy="61497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7A805-FFA6-4110-9B56-1E1A2DA2CE7E}">
      <dsp:nvSpPr>
        <dsp:cNvPr id="0" name=""/>
        <dsp:cNvSpPr/>
      </dsp:nvSpPr>
      <dsp:spPr>
        <a:xfrm>
          <a:off x="973190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49939B-CE74-4070-BE93-1E4BF246508E}">
      <dsp:nvSpPr>
        <dsp:cNvPr id="0" name=""/>
        <dsp:cNvSpPr/>
      </dsp:nvSpPr>
      <dsp:spPr>
        <a:xfrm>
          <a:off x="1242597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36795-1EA8-4C28-B441-B9590E46ED61}">
      <dsp:nvSpPr>
        <dsp:cNvPr id="0" name=""/>
        <dsp:cNvSpPr/>
      </dsp:nvSpPr>
      <dsp:spPr>
        <a:xfrm>
          <a:off x="569079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This Presentation</a:t>
          </a:r>
          <a:endParaRPr lang="en-US" sz="1700" kern="1200"/>
        </a:p>
      </dsp:txBody>
      <dsp:txXfrm>
        <a:off x="569079" y="2443382"/>
        <a:ext cx="2072362" cy="720000"/>
      </dsp:txXfrm>
    </dsp:sp>
    <dsp:sp modelId="{F99B06E1-FBFD-4444-880B-0505E6B9C925}">
      <dsp:nvSpPr>
        <dsp:cNvPr id="0" name=""/>
        <dsp:cNvSpPr/>
      </dsp:nvSpPr>
      <dsp:spPr>
        <a:xfrm>
          <a:off x="3408216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6FA371-2267-460B-966D-57086831B3CA}">
      <dsp:nvSpPr>
        <dsp:cNvPr id="0" name=""/>
        <dsp:cNvSpPr/>
      </dsp:nvSpPr>
      <dsp:spPr>
        <a:xfrm>
          <a:off x="3677623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5A873-0FD2-4297-A82A-1400B8DD39CA}">
      <dsp:nvSpPr>
        <dsp:cNvPr id="0" name=""/>
        <dsp:cNvSpPr/>
      </dsp:nvSpPr>
      <dsp:spPr>
        <a:xfrm>
          <a:off x="3004105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Audio Books</a:t>
          </a:r>
          <a:endParaRPr lang="en-US" sz="1700" kern="1200"/>
        </a:p>
      </dsp:txBody>
      <dsp:txXfrm>
        <a:off x="3004105" y="2443382"/>
        <a:ext cx="2072362" cy="720000"/>
      </dsp:txXfrm>
    </dsp:sp>
    <dsp:sp modelId="{19BCC254-94D1-4061-9A20-B3E54FC4A870}">
      <dsp:nvSpPr>
        <dsp:cNvPr id="0" name=""/>
        <dsp:cNvSpPr/>
      </dsp:nvSpPr>
      <dsp:spPr>
        <a:xfrm>
          <a:off x="5843242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D1D141-6867-4443-946B-D4521A66C6A1}">
      <dsp:nvSpPr>
        <dsp:cNvPr id="0" name=""/>
        <dsp:cNvSpPr/>
      </dsp:nvSpPr>
      <dsp:spPr>
        <a:xfrm>
          <a:off x="6112649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D6B7E-ACBD-4AB4-8430-95BB7BFABAE3}">
      <dsp:nvSpPr>
        <dsp:cNvPr id="0" name=""/>
        <dsp:cNvSpPr/>
      </dsp:nvSpPr>
      <dsp:spPr>
        <a:xfrm>
          <a:off x="5439131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Udemy.com and other learning sites.</a:t>
          </a:r>
          <a:endParaRPr lang="en-US" sz="1700" kern="1200"/>
        </a:p>
      </dsp:txBody>
      <dsp:txXfrm>
        <a:off x="5439131" y="2443382"/>
        <a:ext cx="2072362" cy="720000"/>
      </dsp:txXfrm>
    </dsp:sp>
    <dsp:sp modelId="{704B37FF-661C-46AA-AA29-DEED85DF15DE}">
      <dsp:nvSpPr>
        <dsp:cNvPr id="0" name=""/>
        <dsp:cNvSpPr/>
      </dsp:nvSpPr>
      <dsp:spPr>
        <a:xfrm>
          <a:off x="8278268" y="785492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BB961-D0CE-4A65-9030-540E2EF1BE85}">
      <dsp:nvSpPr>
        <dsp:cNvPr id="0" name=""/>
        <dsp:cNvSpPr/>
      </dsp:nvSpPr>
      <dsp:spPr>
        <a:xfrm>
          <a:off x="8547675" y="1054900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7BAA58-A2E3-4134-9344-60B37F95DCF5}">
      <dsp:nvSpPr>
        <dsp:cNvPr id="0" name=""/>
        <dsp:cNvSpPr/>
      </dsp:nvSpPr>
      <dsp:spPr>
        <a:xfrm>
          <a:off x="7874157" y="2443382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Open University</a:t>
          </a:r>
          <a:endParaRPr lang="en-US" sz="1700" kern="1200"/>
        </a:p>
      </dsp:txBody>
      <dsp:txXfrm>
        <a:off x="7874157" y="2443382"/>
        <a:ext cx="2072362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7BDE8-D733-4061-9C67-28963B3215AE}">
      <dsp:nvSpPr>
        <dsp:cNvPr id="0" name=""/>
        <dsp:cNvSpPr/>
      </dsp:nvSpPr>
      <dsp:spPr>
        <a:xfrm>
          <a:off x="467820" y="367343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D8C99-EFCA-4160-929A-1F66371A719B}">
      <dsp:nvSpPr>
        <dsp:cNvPr id="0" name=""/>
        <dsp:cNvSpPr/>
      </dsp:nvSpPr>
      <dsp:spPr>
        <a:xfrm>
          <a:off x="701820" y="601343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333BA-95FA-4B92-90C4-D99799B1A33D}">
      <dsp:nvSpPr>
        <dsp:cNvPr id="0" name=""/>
        <dsp:cNvSpPr/>
      </dsp:nvSpPr>
      <dsp:spPr>
        <a:xfrm>
          <a:off x="116820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New Technologies continue to develop</a:t>
          </a:r>
          <a:endParaRPr lang="en-US" sz="1400" kern="1200"/>
        </a:p>
      </dsp:txBody>
      <dsp:txXfrm>
        <a:off x="116820" y="1807344"/>
        <a:ext cx="1800000" cy="720000"/>
      </dsp:txXfrm>
    </dsp:sp>
    <dsp:sp modelId="{89A55D34-FF3C-4042-AE02-D5050D5E72BF}">
      <dsp:nvSpPr>
        <dsp:cNvPr id="0" name=""/>
        <dsp:cNvSpPr/>
      </dsp:nvSpPr>
      <dsp:spPr>
        <a:xfrm>
          <a:off x="2582820" y="367343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1F5A9-ED8E-4317-A44C-29DE5D116120}">
      <dsp:nvSpPr>
        <dsp:cNvPr id="0" name=""/>
        <dsp:cNvSpPr/>
      </dsp:nvSpPr>
      <dsp:spPr>
        <a:xfrm>
          <a:off x="2816820" y="601343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49D21-8681-4698-9405-58EB2A7AB3EF}">
      <dsp:nvSpPr>
        <dsp:cNvPr id="0" name=""/>
        <dsp:cNvSpPr/>
      </dsp:nvSpPr>
      <dsp:spPr>
        <a:xfrm>
          <a:off x="2231820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Must keep the barrier in mind while developing</a:t>
          </a:r>
          <a:endParaRPr lang="en-US" sz="1400" kern="1200"/>
        </a:p>
      </dsp:txBody>
      <dsp:txXfrm>
        <a:off x="2231820" y="1807344"/>
        <a:ext cx="1800000" cy="720000"/>
      </dsp:txXfrm>
    </dsp:sp>
    <dsp:sp modelId="{5D8EC21A-329C-4699-B1E6-3E7C53AAD189}">
      <dsp:nvSpPr>
        <dsp:cNvPr id="0" name=""/>
        <dsp:cNvSpPr/>
      </dsp:nvSpPr>
      <dsp:spPr>
        <a:xfrm>
          <a:off x="4697820" y="367343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FE905-A2ED-4462-AD10-45F45C6F7277}">
      <dsp:nvSpPr>
        <dsp:cNvPr id="0" name=""/>
        <dsp:cNvSpPr/>
      </dsp:nvSpPr>
      <dsp:spPr>
        <a:xfrm>
          <a:off x="4931820" y="601343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7899D-6295-4EF7-9C4C-6E3A2B07D812}">
      <dsp:nvSpPr>
        <dsp:cNvPr id="0" name=""/>
        <dsp:cNvSpPr/>
      </dsp:nvSpPr>
      <dsp:spPr>
        <a:xfrm>
          <a:off x="4346820" y="180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AR and VR will play a major role.</a:t>
          </a:r>
          <a:endParaRPr lang="en-US" sz="1400" kern="1200"/>
        </a:p>
      </dsp:txBody>
      <dsp:txXfrm>
        <a:off x="4346820" y="1807344"/>
        <a:ext cx="1800000" cy="720000"/>
      </dsp:txXfrm>
    </dsp:sp>
    <dsp:sp modelId="{41ABBEDB-96FF-455D-9C9E-F29854B23FFD}">
      <dsp:nvSpPr>
        <dsp:cNvPr id="0" name=""/>
        <dsp:cNvSpPr/>
      </dsp:nvSpPr>
      <dsp:spPr>
        <a:xfrm>
          <a:off x="1525320" y="2977343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395F9-11FB-4035-B3D6-12A9BA41DEE2}">
      <dsp:nvSpPr>
        <dsp:cNvPr id="0" name=""/>
        <dsp:cNvSpPr/>
      </dsp:nvSpPr>
      <dsp:spPr>
        <a:xfrm>
          <a:off x="1759320" y="3211343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F78E7-8BE0-4D9D-BA97-915947C867E5}">
      <dsp:nvSpPr>
        <dsp:cNvPr id="0" name=""/>
        <dsp:cNvSpPr/>
      </dsp:nvSpPr>
      <dsp:spPr>
        <a:xfrm>
          <a:off x="1174320" y="441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Mixed Reality will be the norm.</a:t>
          </a:r>
          <a:endParaRPr lang="en-US" sz="1400" kern="1200"/>
        </a:p>
      </dsp:txBody>
      <dsp:txXfrm>
        <a:off x="1174320" y="4417344"/>
        <a:ext cx="1800000" cy="720000"/>
      </dsp:txXfrm>
    </dsp:sp>
    <dsp:sp modelId="{CE2CF0D7-BFE3-4FD1-B665-5063A2A55A9F}">
      <dsp:nvSpPr>
        <dsp:cNvPr id="0" name=""/>
        <dsp:cNvSpPr/>
      </dsp:nvSpPr>
      <dsp:spPr>
        <a:xfrm>
          <a:off x="3640320" y="2977343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637AE-FF16-4F2C-AE73-A701E9215619}">
      <dsp:nvSpPr>
        <dsp:cNvPr id="0" name=""/>
        <dsp:cNvSpPr/>
      </dsp:nvSpPr>
      <dsp:spPr>
        <a:xfrm>
          <a:off x="3874320" y="3211343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4F2037-A5CA-492E-8A1C-46BFD9681AFF}">
      <dsp:nvSpPr>
        <dsp:cNvPr id="0" name=""/>
        <dsp:cNvSpPr/>
      </dsp:nvSpPr>
      <dsp:spPr>
        <a:xfrm>
          <a:off x="3289320" y="441734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/>
            <a:t>Online Courses and Remote learning will be more popular</a:t>
          </a:r>
          <a:endParaRPr lang="en-US" sz="1400" kern="1200"/>
        </a:p>
      </dsp:txBody>
      <dsp:txXfrm>
        <a:off x="3289320" y="4417344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6410-637E-43D2-B22C-E3AD6C506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91FCF-216B-46BE-96B7-7F85E754B7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3D7C2-56C3-4C0A-B894-ADE357D5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4ABDB-45FE-482B-AD99-FD814302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01F0-28EE-4243-9CF0-0FFA4234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859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B3A5-D18F-4CF5-8B21-2392242C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79120-5D0D-4C38-81D3-2805EFB9D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8F2FB-B052-49CF-8C70-44144E12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8CC5E-BE1A-4DEF-989A-855F4BC2E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26D16-1F0E-462F-A9F3-DE9C8260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60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C288-951A-46EB-A9FF-1A7C526F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99B12-4CA8-4419-857D-E0C5607CB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A3B23-3172-4F9A-93E4-D923E3D6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3D5D7-0E68-41EF-B9C0-3037EA80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9880-F760-4484-8071-C74184BA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996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8977-9784-4FB8-946D-E9339097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BF93C-8BFB-487F-A9E7-6B37D4154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C0AF5-E8D5-4E2E-BD54-45D0210A5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2CC37-A1B9-4E63-80E9-C86EA053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5E46D-BB91-4FFA-B78E-6173F802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E4082-5E6B-4CB4-A7CE-1AEB0CC6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68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3150-0DBB-4D99-A582-172F8032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693FF-1767-4298-B0F1-8583B9011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31E69-2151-4581-9A18-15903FD0B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27778-5600-4A4B-9BF0-72B7B8CFC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4C02F-297F-46BB-8F30-B409D36D8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FAC258-B1BA-49EC-AAB3-4356E45A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C91DB-F550-410D-A4FA-8B94D3F4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A7716-4D82-43F8-A106-AB0A3D2E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6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86BE4-492D-45B6-BE24-294F6957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5A2622-804A-4B16-83B5-6DB06FF1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1FBA5-F12F-476D-B97F-71CD5B15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34D32-CBDB-4F6E-B561-AC14AD0A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5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97856E-25E9-4759-9D04-82B0C4B1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49371-3942-49D4-A150-C6871436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88546-AB58-4FCA-A948-2734ED73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76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0FA7-2712-4BB0-BF24-9E5F89FC7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3D8A-AC26-48B4-871E-B0AAB5D4D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0B955-32E5-4E6D-BC44-B648AD1C2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8294E-127A-4C64-A339-34B06CA6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F2CB6-6E60-4649-96F3-A383D61C3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81C91-1CDA-469C-9466-8BD00137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95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3EF2-7B13-417A-AB90-1C0F1977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35F4C-42B8-4624-8EEC-55E8D0C0E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85674-8D0F-43E6-B902-2BEE597F0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44171-9EE5-465C-9C59-0CF18558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2FF0F-673E-4AF1-8CB6-E05FBAB4B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4F9CE-48BA-4C97-B9D7-277A8399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80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1696-B631-490B-BE19-A66CAF1F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B0C4A-B2D4-4DDD-960A-DEF0D4FEB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DE9C9-2048-43DC-A6AB-06E36FCB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276C-1398-46F4-86B2-5E7196DF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D8FBA-94C9-44A0-A1E3-D4D64AB9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68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8E5DE-6C3A-462A-888F-2300F81991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A9E408-E850-4658-9796-20F464697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33AF2-8BF9-4644-909B-A5D6863C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C7159-91F0-4CC0-8FE2-30DDF900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8A3B5-EC82-4563-98EC-961252C8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33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BF9A4-9DCF-4B76-BFC7-E5E26793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E4BC8-2630-447B-A54C-A101B66E6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26C05-0C30-4443-BB2C-AD6471E85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A067A-1499-4892-AAAF-875A37085D12}" type="datetimeFigureOut">
              <a:rPr lang="en-GB" smtClean="0"/>
              <a:t>25/01/2022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18ACA-52FE-43C4-9759-AD97027CE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F8BF1-318D-4109-9E9A-4DFD1AFFC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7BBE5-7233-4BF3-BE20-1155050369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15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lex maths formulae on a blackboard">
            <a:extLst>
              <a:ext uri="{FF2B5EF4-FFF2-40B4-BE49-F238E27FC236}">
                <a16:creationId xmlns:a16="http://schemas.microsoft.com/office/drawing/2014/main" id="{A91F89F8-8225-46F9-AF98-B436DF345F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9A747-16F5-44A7-B0CA-D78D7449B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GB" sz="4800"/>
              <a:t>Multimedia in Education and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48225-1402-4479-A7CD-A4352EAE7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sz="2000"/>
              <a:t>Presentation by: Ayush Ojha and Bijay Lama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6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E9F67-7861-41B0-9232-4695E0D6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GB" sz="3600"/>
              <a:t>Presentation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6D37D6-3248-49C5-BC6F-9D783692D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23125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722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CF5E-E971-497C-A706-69063CF4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Introuction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851F21-D28D-4D6B-81B8-27F487ACBF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7830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47CA-27C8-4FF9-A546-338F9B7D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Teaching With Multimedia</a:t>
            </a:r>
            <a:endParaRPr lang="en-GB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2EC7B73-B27E-4889-893E-572407A88B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54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693B-D01E-4746-96DC-44756F653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teach with Multimedia?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3FD959-2F61-471A-B0AF-E8CD68AC580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731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9D3CA-B231-4A7F-BF87-FEDB8344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000"/>
              <a:t>What can be done with multimedia?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E0BAE1-F697-40EE-8A05-F3E449677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7714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72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862C5-AD77-4695-A46C-D8E30B09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Tools Used for Multimedia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93A5D4-5AF8-494E-88EF-092E79E68E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85957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350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42406-9AC3-4AA5-9F67-C6DB1B55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Use Cases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8E885C-B7B5-4332-A6FE-6D2EF5ABA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057555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96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5FD1D-CC94-4B2D-9FD3-9ECCF6DB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GB" sz="4600"/>
              <a:t>Advantages and Benefits of Using Multimedia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86DB-C5DC-4EB9-9A92-506BAC539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GB" sz="2200"/>
              <a:t>Multimedia-based / Computer-based teaching tools</a:t>
            </a:r>
          </a:p>
          <a:p>
            <a:r>
              <a:rPr lang="en-GB" sz="2200"/>
              <a:t>Access to vast variety of information</a:t>
            </a:r>
          </a:p>
          <a:p>
            <a:r>
              <a:rPr lang="en-GB" sz="2200"/>
              <a:t>Deeper Understanding</a:t>
            </a:r>
          </a:p>
          <a:p>
            <a:r>
              <a:rPr lang="en-GB" sz="2200"/>
              <a:t>Beneficial for Physically Handicapped</a:t>
            </a:r>
          </a:p>
          <a:p>
            <a:r>
              <a:rPr lang="en-GB" sz="2200"/>
              <a:t>Corporate Training</a:t>
            </a:r>
          </a:p>
          <a:p>
            <a:r>
              <a:rPr lang="en-GB" sz="2200"/>
              <a:t>Agriculture Training</a:t>
            </a:r>
          </a:p>
          <a:p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1867453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53AF5-9557-4C66-8928-BD441F8D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GB" sz="3700"/>
              <a:t>Barriers to using Multimedia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F2A7F-F5FE-4E2F-BF75-B12F0B6D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GB" sz="2000"/>
              <a:t>Reliable Internet</a:t>
            </a:r>
          </a:p>
          <a:p>
            <a:r>
              <a:rPr lang="en-GB" sz="2000"/>
              <a:t>Proper Technological Equipment's</a:t>
            </a:r>
          </a:p>
          <a:p>
            <a:r>
              <a:rPr lang="en-GB" sz="2000"/>
              <a:t>Technological Infrastructure Development</a:t>
            </a:r>
          </a:p>
          <a:p>
            <a:r>
              <a:rPr lang="en-GB" sz="2000"/>
              <a:t>Content Creation requires high technical knowledge</a:t>
            </a:r>
          </a:p>
          <a:p>
            <a:r>
              <a:rPr lang="en-GB" sz="2000"/>
              <a:t>Technical Knowledge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F873A-69F9-4E6F-B369-8E37BC4F0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64" r="38410" b="2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61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6739-6B30-41C7-975A-3D46B464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GB" sz="6000">
                <a:solidFill>
                  <a:schemeClr val="accent5"/>
                </a:solidFill>
              </a:rPr>
              <a:t>Future Predictions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B4C915-2E78-4560-87DD-6268AA44D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85117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7445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9924B-6100-4321-B523-6F40BF1A1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/>
              <a:t>Future Work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BD573-FD64-4E1A-9181-90A1EC7A6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/>
              <a:t>Making Education more interactive</a:t>
            </a:r>
          </a:p>
          <a:p>
            <a:r>
              <a:rPr lang="en-GB" sz="2400"/>
              <a:t>Making Multimedia more affordable</a:t>
            </a:r>
          </a:p>
          <a:p>
            <a:r>
              <a:rPr lang="en-GB" sz="2400"/>
              <a:t>Removing Technological Barrier</a:t>
            </a:r>
          </a:p>
          <a:p>
            <a:r>
              <a:rPr lang="en-GB" sz="2400"/>
              <a:t>Introduction from pre-primary level</a:t>
            </a:r>
          </a:p>
          <a:p>
            <a:r>
              <a:rPr lang="en-GB" sz="2400"/>
              <a:t>If possible make compulsory for all levels</a:t>
            </a:r>
          </a:p>
          <a:p>
            <a:r>
              <a:rPr lang="en-GB" sz="2400"/>
              <a:t>Increasing Government Participation</a:t>
            </a:r>
          </a:p>
        </p:txBody>
      </p:sp>
    </p:spTree>
    <p:extLst>
      <p:ext uri="{BB962C8B-B14F-4D97-AF65-F5344CB8AC3E}">
        <p14:creationId xmlns:p14="http://schemas.microsoft.com/office/powerpoint/2010/main" val="434800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ED706-34AB-4005-B025-53F6C1FA3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/>
              <a:t>Conclusion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58CD-C78C-48C4-B274-8EED7E299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200"/>
              <a:t>Multimedia makes learning interesting.</a:t>
            </a:r>
          </a:p>
          <a:p>
            <a:r>
              <a:rPr lang="en-GB" sz="2200"/>
              <a:t>Invokes creativity in both teachers and students</a:t>
            </a:r>
          </a:p>
          <a:p>
            <a:r>
              <a:rPr lang="en-GB" sz="2200"/>
              <a:t>Learning becomes more easier</a:t>
            </a:r>
          </a:p>
          <a:p>
            <a:r>
              <a:rPr lang="en-GB" sz="2200"/>
              <a:t>Improves educational system</a:t>
            </a:r>
          </a:p>
          <a:p>
            <a:r>
              <a:rPr lang="en-GB" sz="2200"/>
              <a:t>Anyone with computing devices, internet and multimedia application can teach.</a:t>
            </a:r>
          </a:p>
          <a:p>
            <a:r>
              <a:rPr lang="en-GB" sz="2200"/>
              <a:t>Anyone with computing devices and internet and multimedia application can learn.</a:t>
            </a:r>
          </a:p>
          <a:p>
            <a:r>
              <a:rPr lang="en-GB" sz="2200"/>
              <a:t>Makes Education and Training an amazing experience.</a:t>
            </a:r>
          </a:p>
        </p:txBody>
      </p:sp>
    </p:spTree>
    <p:extLst>
      <p:ext uri="{BB962C8B-B14F-4D97-AF65-F5344CB8AC3E}">
        <p14:creationId xmlns:p14="http://schemas.microsoft.com/office/powerpoint/2010/main" val="520121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41DD5-CAC7-4C82-AC18-E40F44A9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5971-4C59-4067-894B-061D321E8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Thank You!!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32159354-29B1-4129-AEB0-024FBFCD0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793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466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Multimedia in Education and Training</vt:lpstr>
      <vt:lpstr>Presentation Context</vt:lpstr>
      <vt:lpstr>Introuction</vt:lpstr>
      <vt:lpstr>Teaching With Multimedia</vt:lpstr>
      <vt:lpstr>Why teach with Multimedia?</vt:lpstr>
      <vt:lpstr>What can be done with multimedia?</vt:lpstr>
      <vt:lpstr>Tools Used for Multimedia</vt:lpstr>
      <vt:lpstr>Use Cases</vt:lpstr>
      <vt:lpstr>Advantages and Benefits of Using Multimedia</vt:lpstr>
      <vt:lpstr>Barriers to using Multimedia</vt:lpstr>
      <vt:lpstr>Future Predictions</vt:lpstr>
      <vt:lpstr>Future Work</vt:lpstr>
      <vt:lpstr>Conclusion</vt:lpstr>
      <vt:lpstr>Any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in Education and Training</dc:title>
  <dc:creator>Ayush Ojha</dc:creator>
  <cp:lastModifiedBy>Ayush Ojha</cp:lastModifiedBy>
  <cp:revision>6</cp:revision>
  <dcterms:created xsi:type="dcterms:W3CDTF">2022-01-25T02:00:40Z</dcterms:created>
  <dcterms:modified xsi:type="dcterms:W3CDTF">2022-01-25T02:58:58Z</dcterms:modified>
</cp:coreProperties>
</file>